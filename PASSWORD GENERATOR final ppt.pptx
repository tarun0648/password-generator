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6858000" cx="12188825"/>
  <p:notesSz cx="6858000" cy="9144000"/>
  <p:embeddedFontLst>
    <p:embeddedFont>
      <p:font typeface="Play"/>
      <p:regular r:id="rId26"/>
      <p:bold r:id="rId27"/>
    </p:embeddedFont>
    <p:embeddedFont>
      <p:font typeface="Mulish"/>
      <p:regular r:id="rId28"/>
      <p:bold r:id="rId29"/>
      <p:italic r:id="rId30"/>
      <p:boldItalic r:id="rId31"/>
    </p:embeddedFont>
    <p:embeddedFont>
      <p:font typeface="Inter"/>
      <p:regular r:id="rId32"/>
      <p:bold r:id="rId33"/>
    </p:embeddedFont>
    <p:embeddedFont>
      <p:font typeface="Corbel"/>
      <p:regular r:id="rId34"/>
      <p:bold r:id="rId35"/>
      <p:italic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3839">
          <p15:clr>
            <a:srgbClr val="A4A3A4"/>
          </p15:clr>
        </p15:guide>
        <p15:guide id="2" orient="horz" pos="2160">
          <p15:clr>
            <a:srgbClr val="A4A3A4"/>
          </p15:clr>
        </p15:guide>
      </p15:sldGuideLst>
    </p:ext>
    <p:ext uri="GoogleSlidesCustomDataVersion2">
      <go:slidesCustomData xmlns:go="http://customooxmlschemas.google.com/" r:id="rId38" roundtripDataSignature="AMtx7migFBbnzuoGaZscZ6peCXp7xX9zX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839"/>
        <p:guide pos="2160" orient="horz"/>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Play-regular.fntdata"/><Relationship Id="rId25" Type="http://schemas.openxmlformats.org/officeDocument/2006/relationships/slide" Target="slides/slide20.xml"/><Relationship Id="rId28" Type="http://schemas.openxmlformats.org/officeDocument/2006/relationships/font" Target="fonts/Mulish-regular.fntdata"/><Relationship Id="rId27" Type="http://schemas.openxmlformats.org/officeDocument/2006/relationships/font" Target="fonts/Play-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Mulish-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Mulish-boldItalic.fntdata"/><Relationship Id="rId30" Type="http://schemas.openxmlformats.org/officeDocument/2006/relationships/font" Target="fonts/Mulish-italic.fntdata"/><Relationship Id="rId11" Type="http://schemas.openxmlformats.org/officeDocument/2006/relationships/slide" Target="slides/slide6.xml"/><Relationship Id="rId33" Type="http://schemas.openxmlformats.org/officeDocument/2006/relationships/font" Target="fonts/Inter-bold.fntdata"/><Relationship Id="rId10" Type="http://schemas.openxmlformats.org/officeDocument/2006/relationships/slide" Target="slides/slide5.xml"/><Relationship Id="rId32" Type="http://schemas.openxmlformats.org/officeDocument/2006/relationships/font" Target="fonts/Inter-regular.fntdata"/><Relationship Id="rId13" Type="http://schemas.openxmlformats.org/officeDocument/2006/relationships/slide" Target="slides/slide8.xml"/><Relationship Id="rId35" Type="http://schemas.openxmlformats.org/officeDocument/2006/relationships/font" Target="fonts/Corbel-bold.fntdata"/><Relationship Id="rId12" Type="http://schemas.openxmlformats.org/officeDocument/2006/relationships/slide" Target="slides/slide7.xml"/><Relationship Id="rId34" Type="http://schemas.openxmlformats.org/officeDocument/2006/relationships/font" Target="fonts/Corbel-regular.fntdata"/><Relationship Id="rId15" Type="http://schemas.openxmlformats.org/officeDocument/2006/relationships/slide" Target="slides/slide10.xml"/><Relationship Id="rId37" Type="http://schemas.openxmlformats.org/officeDocument/2006/relationships/font" Target="fonts/Corbel-boldItalic.fntdata"/><Relationship Id="rId14" Type="http://schemas.openxmlformats.org/officeDocument/2006/relationships/slide" Target="slides/slide9.xml"/><Relationship Id="rId36" Type="http://schemas.openxmlformats.org/officeDocument/2006/relationships/font" Target="fonts/Corbel-italic.fntdata"/><Relationship Id="rId17" Type="http://schemas.openxmlformats.org/officeDocument/2006/relationships/slide" Target="slides/slide12.xml"/><Relationship Id="rId16" Type="http://schemas.openxmlformats.org/officeDocument/2006/relationships/slide" Target="slides/slide11.xml"/><Relationship Id="rId38" Type="http://customschemas.google.com/relationships/presentationmetadata" Target="meta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orbel"/>
                <a:ea typeface="Corbel"/>
                <a:cs typeface="Corbel"/>
                <a:sym typeface="Corbel"/>
              </a:defRPr>
            </a:lvl1pPr>
            <a:lvl2pPr lvl="1"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lvl="2"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lvl="3"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lvl="4"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lvl="5"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lvl="6"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lvl="7"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lvl="8"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orbel"/>
                <a:ea typeface="Corbel"/>
                <a:cs typeface="Corbel"/>
                <a:sym typeface="Corbel"/>
              </a:defRPr>
            </a:lvl1pPr>
            <a:lvl2pPr lvl="1"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lvl="2"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lvl="3"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lvl="4"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lvl="5"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lvl="6"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lvl="7"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lvl="8"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5" name="Google Shape;5;n"/>
          <p:cNvSpPr/>
          <p:nvPr>
            <p:ph idx="3"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orbel"/>
                <a:ea typeface="Corbel"/>
                <a:cs typeface="Corbel"/>
                <a:sym typeface="Corbel"/>
              </a:defRPr>
            </a:lvl1pPr>
            <a:lvl2pPr indent="-228600" lvl="1" marL="914400" marR="0" rtl="0" algn="l">
              <a:spcBef>
                <a:spcPts val="0"/>
              </a:spcBef>
              <a:spcAft>
                <a:spcPts val="0"/>
              </a:spcAft>
              <a:buSzPts val="1400"/>
              <a:buNone/>
              <a:defRPr b="0" i="0" sz="1200" u="none" cap="none" strike="noStrike">
                <a:solidFill>
                  <a:schemeClr val="dk1"/>
                </a:solidFill>
                <a:latin typeface="Corbel"/>
                <a:ea typeface="Corbel"/>
                <a:cs typeface="Corbel"/>
                <a:sym typeface="Corbel"/>
              </a:defRPr>
            </a:lvl2pPr>
            <a:lvl3pPr indent="-228600" lvl="2" marL="1371600" marR="0" rtl="0" algn="l">
              <a:spcBef>
                <a:spcPts val="0"/>
              </a:spcBef>
              <a:spcAft>
                <a:spcPts val="0"/>
              </a:spcAft>
              <a:buSzPts val="1400"/>
              <a:buNone/>
              <a:defRPr b="0" i="0" sz="1200" u="none" cap="none" strike="noStrike">
                <a:solidFill>
                  <a:schemeClr val="dk1"/>
                </a:solidFill>
                <a:latin typeface="Corbel"/>
                <a:ea typeface="Corbel"/>
                <a:cs typeface="Corbel"/>
                <a:sym typeface="Corbel"/>
              </a:defRPr>
            </a:lvl3pPr>
            <a:lvl4pPr indent="-228600" lvl="3" marL="1828800" marR="0" rtl="0" algn="l">
              <a:spcBef>
                <a:spcPts val="0"/>
              </a:spcBef>
              <a:spcAft>
                <a:spcPts val="0"/>
              </a:spcAft>
              <a:buSzPts val="1400"/>
              <a:buNone/>
              <a:defRPr b="0" i="0" sz="1200" u="none" cap="none" strike="noStrike">
                <a:solidFill>
                  <a:schemeClr val="dk1"/>
                </a:solidFill>
                <a:latin typeface="Corbel"/>
                <a:ea typeface="Corbel"/>
                <a:cs typeface="Corbel"/>
                <a:sym typeface="Corbel"/>
              </a:defRPr>
            </a:lvl4pPr>
            <a:lvl5pPr indent="-228600" lvl="4" marL="2286000" marR="0" rtl="0" algn="l">
              <a:spcBef>
                <a:spcPts val="0"/>
              </a:spcBef>
              <a:spcAft>
                <a:spcPts val="0"/>
              </a:spcAft>
              <a:buSzPts val="1400"/>
              <a:buNone/>
              <a:defRPr b="0" i="0" sz="1200" u="none" cap="none" strike="noStrike">
                <a:solidFill>
                  <a:schemeClr val="dk1"/>
                </a:solidFill>
                <a:latin typeface="Corbel"/>
                <a:ea typeface="Corbel"/>
                <a:cs typeface="Corbel"/>
                <a:sym typeface="Corbel"/>
              </a:defRPr>
            </a:lvl5pPr>
            <a:lvl6pPr indent="-228600" lvl="5" marL="2743200" marR="0" rtl="0" algn="l">
              <a:spcBef>
                <a:spcPts val="0"/>
              </a:spcBef>
              <a:spcAft>
                <a:spcPts val="0"/>
              </a:spcAft>
              <a:buSzPts val="1400"/>
              <a:buNone/>
              <a:defRPr b="0" i="0" sz="1200" u="none" cap="none" strike="noStrike">
                <a:solidFill>
                  <a:schemeClr val="dk1"/>
                </a:solidFill>
                <a:latin typeface="Corbel"/>
                <a:ea typeface="Corbel"/>
                <a:cs typeface="Corbel"/>
                <a:sym typeface="Corbel"/>
              </a:defRPr>
            </a:lvl6pPr>
            <a:lvl7pPr indent="-228600" lvl="6" marL="3200400" marR="0" rtl="0" algn="l">
              <a:spcBef>
                <a:spcPts val="0"/>
              </a:spcBef>
              <a:spcAft>
                <a:spcPts val="0"/>
              </a:spcAft>
              <a:buSzPts val="1400"/>
              <a:buNone/>
              <a:defRPr b="0" i="0" sz="1200" u="none" cap="none" strike="noStrike">
                <a:solidFill>
                  <a:schemeClr val="dk1"/>
                </a:solidFill>
                <a:latin typeface="Corbel"/>
                <a:ea typeface="Corbel"/>
                <a:cs typeface="Corbel"/>
                <a:sym typeface="Corbel"/>
              </a:defRPr>
            </a:lvl7pPr>
            <a:lvl8pPr indent="-228600" lvl="7" marL="3657600" marR="0" rtl="0" algn="l">
              <a:spcBef>
                <a:spcPts val="0"/>
              </a:spcBef>
              <a:spcAft>
                <a:spcPts val="0"/>
              </a:spcAft>
              <a:buSzPts val="1400"/>
              <a:buNone/>
              <a:defRPr b="0" i="0" sz="1200" u="none" cap="none" strike="noStrike">
                <a:solidFill>
                  <a:schemeClr val="dk1"/>
                </a:solidFill>
                <a:latin typeface="Corbel"/>
                <a:ea typeface="Corbel"/>
                <a:cs typeface="Corbel"/>
                <a:sym typeface="Corbel"/>
              </a:defRPr>
            </a:lvl8pPr>
            <a:lvl9pPr indent="-228600" lvl="8" marL="4114800" marR="0" rtl="0" algn="l">
              <a:spcBef>
                <a:spcPts val="0"/>
              </a:spcBef>
              <a:spcAft>
                <a:spcPts val="0"/>
              </a:spcAft>
              <a:buSzPts val="1400"/>
              <a:buNone/>
              <a:defRPr b="0" i="0" sz="1200" u="none" cap="none" strike="noStrike">
                <a:solidFill>
                  <a:schemeClr val="dk1"/>
                </a:solidFill>
                <a:latin typeface="Corbel"/>
                <a:ea typeface="Corbel"/>
                <a:cs typeface="Corbel"/>
                <a:sym typeface="Corbel"/>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orbel"/>
                <a:ea typeface="Corbel"/>
                <a:cs typeface="Corbel"/>
                <a:sym typeface="Corbel"/>
              </a:defRPr>
            </a:lvl1pPr>
            <a:lvl2pPr lvl="1"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lvl="2"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lvl="3"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lvl="4"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lvl="5"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lvl="6"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lvl="7"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lvl="8"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orbel"/>
                <a:ea typeface="Corbel"/>
                <a:cs typeface="Corbel"/>
                <a:sym typeface="Corbel"/>
              </a:rPr>
              <a:t>‹#›</a:t>
            </a:fld>
            <a:endParaRPr b="0" i="0" sz="1200" u="none" cap="none" strike="noStrike">
              <a:solidFill>
                <a:schemeClr val="dk1"/>
              </a:solidFill>
              <a:latin typeface="Corbel"/>
              <a:ea typeface="Corbel"/>
              <a:cs typeface="Corbel"/>
              <a:sym typeface="Corbe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 name="Google Shape;83;p1: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 name="Google Shape;96;p2: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 name="Google Shape;110;p3: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 name="Google Shape;116;p4: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 name="Google Shape;121;p5: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 name="Google Shape;127;p6: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 name="Google Shape;133;p7: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 name="Google Shape;139;p8: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 name="Google Shape;150;p9: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 name="Google Shape;156;p10: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 name="Google Shape;168;p11: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2" name="Google Shape;182;p12: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 name="Google Shape;189;p13: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6" name="Google Shape;196;p14: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 name="Google Shape;204;p15: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2" name="Google Shape;212;p16: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9" name="Google Shape;219;p17: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7" name="Google Shape;227;p18: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3" name="Google Shape;233;p19: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5" name="Google Shape;245;p20: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blipFill>
          <a:blip r:embed="rId2">
            <a:alphaModFix/>
          </a:blip>
          <a:stretch>
            <a:fillRect/>
          </a:stretch>
        </a:blipFill>
      </p:bgPr>
    </p:bg>
    <p:spTree>
      <p:nvGrpSpPr>
        <p:cNvPr id="15" name="Shape 15"/>
        <p:cNvGrpSpPr/>
        <p:nvPr/>
      </p:nvGrpSpPr>
      <p:grpSpPr>
        <a:xfrm>
          <a:off x="0" y="0"/>
          <a:ext cx="0" cy="0"/>
          <a:chOff x="0" y="0"/>
          <a:chExt cx="0" cy="0"/>
        </a:xfrm>
      </p:grpSpPr>
      <p:sp>
        <p:nvSpPr>
          <p:cNvPr id="16" name="Google Shape;16;p22"/>
          <p:cNvSpPr txBox="1"/>
          <p:nvPr>
            <p:ph type="ctrTitle"/>
          </p:nvPr>
        </p:nvSpPr>
        <p:spPr>
          <a:xfrm>
            <a:off x="1065214" y="1828800"/>
            <a:ext cx="8229600" cy="2895600"/>
          </a:xfrm>
          <a:prstGeom prst="rect">
            <a:avLst/>
          </a:prstGeom>
          <a:noFill/>
          <a:ln>
            <a:noFill/>
          </a:ln>
        </p:spPr>
        <p:txBody>
          <a:bodyPr anchorCtr="0" anchor="b" bIns="45700" lIns="91425" spcFirstLastPara="1" rIns="91425" wrap="square" tIns="45700">
            <a:normAutofit/>
          </a:bodyPr>
          <a:lstStyle>
            <a:lvl1pPr lvl="0" algn="l">
              <a:lnSpc>
                <a:spcPct val="80000"/>
              </a:lnSpc>
              <a:spcBef>
                <a:spcPts val="0"/>
              </a:spcBef>
              <a:spcAft>
                <a:spcPts val="0"/>
              </a:spcAft>
              <a:buClr>
                <a:schemeClr val="lt1"/>
              </a:buClr>
              <a:buSzPts val="6600"/>
              <a:buFont typeface="Corbel"/>
              <a:buNone/>
              <a:defRPr sz="6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2"/>
          <p:cNvSpPr txBox="1"/>
          <p:nvPr>
            <p:ph idx="1" type="subTitle"/>
          </p:nvPr>
        </p:nvSpPr>
        <p:spPr>
          <a:xfrm>
            <a:off x="1065213" y="4800600"/>
            <a:ext cx="8229600" cy="12192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SzPts val="2000"/>
              <a:buNone/>
              <a:defRPr sz="2000" cap="none">
                <a:solidFill>
                  <a:schemeClr val="accent1"/>
                </a:solidFill>
              </a:defRPr>
            </a:lvl1pPr>
            <a:lvl2pPr lvl="1" algn="ctr">
              <a:lnSpc>
                <a:spcPct val="90000"/>
              </a:lnSpc>
              <a:spcBef>
                <a:spcPts val="1200"/>
              </a:spcBef>
              <a:spcAft>
                <a:spcPts val="0"/>
              </a:spcAft>
              <a:buSzPts val="2000"/>
              <a:buNone/>
              <a:defRPr>
                <a:solidFill>
                  <a:schemeClr val="lt1"/>
                </a:solidFill>
              </a:defRPr>
            </a:lvl2pPr>
            <a:lvl3pPr lvl="2" algn="ctr">
              <a:lnSpc>
                <a:spcPct val="90000"/>
              </a:lnSpc>
              <a:spcBef>
                <a:spcPts val="600"/>
              </a:spcBef>
              <a:spcAft>
                <a:spcPts val="0"/>
              </a:spcAft>
              <a:buSzPts val="1800"/>
              <a:buNone/>
              <a:defRPr>
                <a:solidFill>
                  <a:schemeClr val="lt1"/>
                </a:solidFill>
              </a:defRPr>
            </a:lvl3pPr>
            <a:lvl4pPr lvl="3" algn="ctr">
              <a:lnSpc>
                <a:spcPct val="90000"/>
              </a:lnSpc>
              <a:spcBef>
                <a:spcPts val="600"/>
              </a:spcBef>
              <a:spcAft>
                <a:spcPts val="0"/>
              </a:spcAft>
              <a:buSzPts val="1600"/>
              <a:buNone/>
              <a:defRPr>
                <a:solidFill>
                  <a:schemeClr val="lt1"/>
                </a:solidFill>
              </a:defRPr>
            </a:lvl4pPr>
            <a:lvl5pPr lvl="4" algn="ctr">
              <a:lnSpc>
                <a:spcPct val="90000"/>
              </a:lnSpc>
              <a:spcBef>
                <a:spcPts val="600"/>
              </a:spcBef>
              <a:spcAft>
                <a:spcPts val="0"/>
              </a:spcAft>
              <a:buSzPts val="1600"/>
              <a:buNone/>
              <a:defRPr>
                <a:solidFill>
                  <a:schemeClr val="lt1"/>
                </a:solidFill>
              </a:defRPr>
            </a:lvl5pPr>
            <a:lvl6pPr lvl="5" algn="ctr">
              <a:spcBef>
                <a:spcPts val="600"/>
              </a:spcBef>
              <a:spcAft>
                <a:spcPts val="0"/>
              </a:spcAft>
              <a:buSzPts val="1600"/>
              <a:buNone/>
              <a:defRPr>
                <a:solidFill>
                  <a:schemeClr val="lt1"/>
                </a:solidFill>
              </a:defRPr>
            </a:lvl6pPr>
            <a:lvl7pPr lvl="6" algn="ctr">
              <a:spcBef>
                <a:spcPts val="600"/>
              </a:spcBef>
              <a:spcAft>
                <a:spcPts val="0"/>
              </a:spcAft>
              <a:buSzPts val="1600"/>
              <a:buNone/>
              <a:defRPr>
                <a:solidFill>
                  <a:schemeClr val="lt1"/>
                </a:solidFill>
              </a:defRPr>
            </a:lvl7pPr>
            <a:lvl8pPr lvl="7" algn="ctr">
              <a:spcBef>
                <a:spcPts val="600"/>
              </a:spcBef>
              <a:spcAft>
                <a:spcPts val="0"/>
              </a:spcAft>
              <a:buSzPts val="1600"/>
              <a:buNone/>
              <a:defRPr>
                <a:solidFill>
                  <a:schemeClr val="lt1"/>
                </a:solidFill>
              </a:defRPr>
            </a:lvl8pPr>
            <a:lvl9pPr lvl="8" algn="ctr">
              <a:spcBef>
                <a:spcPts val="600"/>
              </a:spcBef>
              <a:spcAft>
                <a:spcPts val="0"/>
              </a:spcAft>
              <a:buSzPts val="1600"/>
              <a:buNone/>
              <a:defRPr>
                <a:solidFill>
                  <a:schemeClr val="lt1"/>
                </a:solidFill>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blipFill>
          <a:blip r:embed="rId2">
            <a:alphaModFix/>
          </a:blip>
          <a:stretch>
            <a:fillRect/>
          </a:stretch>
        </a:blipFill>
      </p:bgPr>
    </p:bg>
    <p:spTree>
      <p:nvGrpSpPr>
        <p:cNvPr id="18" name="Shape 18"/>
        <p:cNvGrpSpPr/>
        <p:nvPr/>
      </p:nvGrpSpPr>
      <p:grpSpPr>
        <a:xfrm>
          <a:off x="0" y="0"/>
          <a:ext cx="0" cy="0"/>
          <a:chOff x="0" y="0"/>
          <a:chExt cx="0" cy="0"/>
        </a:xfrm>
      </p:grpSpPr>
      <p:sp>
        <p:nvSpPr>
          <p:cNvPr id="19" name="Google Shape;19;p23"/>
          <p:cNvSpPr txBox="1"/>
          <p:nvPr>
            <p:ph type="title"/>
          </p:nvPr>
        </p:nvSpPr>
        <p:spPr>
          <a:xfrm>
            <a:off x="1059614" y="2514600"/>
            <a:ext cx="8692399" cy="2819400"/>
          </a:xfrm>
          <a:prstGeom prst="rect">
            <a:avLst/>
          </a:prstGeom>
          <a:noFill/>
          <a:ln>
            <a:noFill/>
          </a:ln>
        </p:spPr>
        <p:txBody>
          <a:bodyPr anchorCtr="0" anchor="b" bIns="45700" lIns="91425" spcFirstLastPara="1" rIns="91425" wrap="square" tIns="45700">
            <a:normAutofit/>
          </a:bodyPr>
          <a:lstStyle>
            <a:lvl1pPr lvl="0" algn="l">
              <a:lnSpc>
                <a:spcPct val="80000"/>
              </a:lnSpc>
              <a:spcBef>
                <a:spcPts val="0"/>
              </a:spcBef>
              <a:spcAft>
                <a:spcPts val="0"/>
              </a:spcAft>
              <a:buClr>
                <a:schemeClr val="lt1"/>
              </a:buClr>
              <a:buSzPts val="4800"/>
              <a:buFont typeface="Corbel"/>
              <a:buNone/>
              <a:defRPr b="0" sz="48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23"/>
          <p:cNvSpPr txBox="1"/>
          <p:nvPr>
            <p:ph idx="1" type="body"/>
          </p:nvPr>
        </p:nvSpPr>
        <p:spPr>
          <a:xfrm>
            <a:off x="1065213" y="5410200"/>
            <a:ext cx="8687333" cy="60960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0"/>
              </a:spcBef>
              <a:spcAft>
                <a:spcPts val="0"/>
              </a:spcAft>
              <a:buSzPts val="2000"/>
              <a:buNone/>
              <a:defRPr sz="2000" cap="none">
                <a:solidFill>
                  <a:schemeClr val="accent1"/>
                </a:solidFill>
              </a:defRPr>
            </a:lvl1pPr>
            <a:lvl2pPr indent="-228600" lvl="1" marL="914400" algn="l">
              <a:lnSpc>
                <a:spcPct val="90000"/>
              </a:lnSpc>
              <a:spcBef>
                <a:spcPts val="1200"/>
              </a:spcBef>
              <a:spcAft>
                <a:spcPts val="0"/>
              </a:spcAft>
              <a:buSzPts val="1800"/>
              <a:buNone/>
              <a:defRPr sz="1800">
                <a:solidFill>
                  <a:schemeClr val="lt1"/>
                </a:solidFill>
              </a:defRPr>
            </a:lvl2pPr>
            <a:lvl3pPr indent="-228600" lvl="2" marL="1371600" algn="l">
              <a:lnSpc>
                <a:spcPct val="90000"/>
              </a:lnSpc>
              <a:spcBef>
                <a:spcPts val="600"/>
              </a:spcBef>
              <a:spcAft>
                <a:spcPts val="0"/>
              </a:spcAft>
              <a:buSzPts val="1600"/>
              <a:buNone/>
              <a:defRPr sz="1600">
                <a:solidFill>
                  <a:schemeClr val="lt1"/>
                </a:solidFill>
              </a:defRPr>
            </a:lvl3pPr>
            <a:lvl4pPr indent="-228600" lvl="3" marL="1828800" algn="l">
              <a:lnSpc>
                <a:spcPct val="90000"/>
              </a:lnSpc>
              <a:spcBef>
                <a:spcPts val="600"/>
              </a:spcBef>
              <a:spcAft>
                <a:spcPts val="0"/>
              </a:spcAft>
              <a:buSzPts val="1400"/>
              <a:buNone/>
              <a:defRPr sz="1400">
                <a:solidFill>
                  <a:schemeClr val="lt1"/>
                </a:solidFill>
              </a:defRPr>
            </a:lvl4pPr>
            <a:lvl5pPr indent="-228600" lvl="4" marL="2286000" algn="l">
              <a:lnSpc>
                <a:spcPct val="90000"/>
              </a:lnSpc>
              <a:spcBef>
                <a:spcPts val="600"/>
              </a:spcBef>
              <a:spcAft>
                <a:spcPts val="0"/>
              </a:spcAft>
              <a:buSzPts val="1400"/>
              <a:buNone/>
              <a:defRPr sz="1400">
                <a:solidFill>
                  <a:schemeClr val="lt1"/>
                </a:solidFill>
              </a:defRPr>
            </a:lvl5pPr>
            <a:lvl6pPr indent="-228600" lvl="5" marL="2743200" algn="l">
              <a:spcBef>
                <a:spcPts val="600"/>
              </a:spcBef>
              <a:spcAft>
                <a:spcPts val="0"/>
              </a:spcAft>
              <a:buSzPts val="1400"/>
              <a:buNone/>
              <a:defRPr sz="1400">
                <a:solidFill>
                  <a:schemeClr val="lt1"/>
                </a:solidFill>
              </a:defRPr>
            </a:lvl6pPr>
            <a:lvl7pPr indent="-228600" lvl="6" marL="3200400" algn="l">
              <a:spcBef>
                <a:spcPts val="600"/>
              </a:spcBef>
              <a:spcAft>
                <a:spcPts val="0"/>
              </a:spcAft>
              <a:buSzPts val="1400"/>
              <a:buNone/>
              <a:defRPr sz="1400">
                <a:solidFill>
                  <a:schemeClr val="lt1"/>
                </a:solidFill>
              </a:defRPr>
            </a:lvl7pPr>
            <a:lvl8pPr indent="-228600" lvl="7" marL="3657600" algn="l">
              <a:spcBef>
                <a:spcPts val="600"/>
              </a:spcBef>
              <a:spcAft>
                <a:spcPts val="0"/>
              </a:spcAft>
              <a:buSzPts val="1400"/>
              <a:buNone/>
              <a:defRPr sz="1400">
                <a:solidFill>
                  <a:schemeClr val="lt1"/>
                </a:solidFill>
              </a:defRPr>
            </a:lvl8pPr>
            <a:lvl9pPr indent="-228600" lvl="8" marL="4114800" algn="l">
              <a:spcBef>
                <a:spcPts val="600"/>
              </a:spcBef>
              <a:spcAft>
                <a:spcPts val="0"/>
              </a:spcAft>
              <a:buSzPts val="1400"/>
              <a:buNone/>
              <a:defRPr sz="1400">
                <a:solidFill>
                  <a:schemeClr val="lt1"/>
                </a:solidFill>
              </a:defRPr>
            </a:lvl9pPr>
          </a:lstStyle>
          <a:p/>
        </p:txBody>
      </p:sp>
      <p:sp>
        <p:nvSpPr>
          <p:cNvPr id="21" name="Google Shape;21;p23"/>
          <p:cNvSpPr txBox="1"/>
          <p:nvPr>
            <p:ph idx="11" type="ftr"/>
          </p:nvPr>
        </p:nvSpPr>
        <p:spPr>
          <a:xfrm>
            <a:off x="1522413" y="6400800"/>
            <a:ext cx="6553199" cy="2762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23"/>
          <p:cNvSpPr txBox="1"/>
          <p:nvPr>
            <p:ph idx="10" type="dt"/>
          </p:nvPr>
        </p:nvSpPr>
        <p:spPr>
          <a:xfrm>
            <a:off x="8226422" y="6400800"/>
            <a:ext cx="1449389" cy="27622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23"/>
          <p:cNvSpPr txBox="1"/>
          <p:nvPr>
            <p:ph idx="12" type="sldNum"/>
          </p:nvPr>
        </p:nvSpPr>
        <p:spPr>
          <a:xfrm>
            <a:off x="9828211" y="6400800"/>
            <a:ext cx="838201" cy="27622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4" name="Shape 24"/>
        <p:cNvGrpSpPr/>
        <p:nvPr/>
      </p:nvGrpSpPr>
      <p:grpSpPr>
        <a:xfrm>
          <a:off x="0" y="0"/>
          <a:ext cx="0" cy="0"/>
          <a:chOff x="0" y="0"/>
          <a:chExt cx="0" cy="0"/>
        </a:xfrm>
      </p:grpSpPr>
      <p:sp>
        <p:nvSpPr>
          <p:cNvPr id="25" name="Google Shape;25;p24"/>
          <p:cNvSpPr txBox="1"/>
          <p:nvPr>
            <p:ph type="title"/>
          </p:nvPr>
        </p:nvSpPr>
        <p:spPr>
          <a:xfrm>
            <a:off x="1522413" y="381000"/>
            <a:ext cx="9144001" cy="13716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24"/>
          <p:cNvSpPr txBox="1"/>
          <p:nvPr>
            <p:ph idx="1" type="body"/>
          </p:nvPr>
        </p:nvSpPr>
        <p:spPr>
          <a:xfrm>
            <a:off x="1522413" y="1904999"/>
            <a:ext cx="9134391" cy="4114801"/>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800"/>
              </a:spcBef>
              <a:spcAft>
                <a:spcPts val="0"/>
              </a:spcAft>
              <a:buSzPts val="1800"/>
              <a:buChar char="•"/>
              <a:defRPr/>
            </a:lvl1pPr>
            <a:lvl2pPr indent="-342900" lvl="1" marL="914400" algn="l">
              <a:lnSpc>
                <a:spcPct val="90000"/>
              </a:lnSpc>
              <a:spcBef>
                <a:spcPts val="1200"/>
              </a:spcBef>
              <a:spcAft>
                <a:spcPts val="0"/>
              </a:spcAft>
              <a:buSzPts val="1800"/>
              <a:buChar char="•"/>
              <a:defRPr/>
            </a:lvl2pPr>
            <a:lvl3pPr indent="-342900" lvl="2" marL="1371600" algn="l">
              <a:lnSpc>
                <a:spcPct val="90000"/>
              </a:lnSpc>
              <a:spcBef>
                <a:spcPts val="600"/>
              </a:spcBef>
              <a:spcAft>
                <a:spcPts val="0"/>
              </a:spcAft>
              <a:buSzPts val="1800"/>
              <a:buChar char="•"/>
              <a:defRPr/>
            </a:lvl3pPr>
            <a:lvl4pPr indent="-342900" lvl="3" marL="1828800" algn="l">
              <a:lnSpc>
                <a:spcPct val="90000"/>
              </a:lnSpc>
              <a:spcBef>
                <a:spcPts val="600"/>
              </a:spcBef>
              <a:spcAft>
                <a:spcPts val="0"/>
              </a:spcAft>
              <a:buSzPts val="1800"/>
              <a:buChar char="•"/>
              <a:defRPr/>
            </a:lvl4pPr>
            <a:lvl5pPr indent="-330200" lvl="4" marL="2286000" algn="l">
              <a:lnSpc>
                <a:spcPct val="90000"/>
              </a:lnSpc>
              <a:spcBef>
                <a:spcPts val="600"/>
              </a:spcBef>
              <a:spcAft>
                <a:spcPts val="0"/>
              </a:spcAft>
              <a:buSzPts val="1600"/>
              <a:buChar char="•"/>
              <a:defRPr/>
            </a:lvl5pPr>
            <a:lvl6pPr indent="-330200" lvl="5" marL="2743200" algn="l">
              <a:spcBef>
                <a:spcPts val="600"/>
              </a:spcBef>
              <a:spcAft>
                <a:spcPts val="0"/>
              </a:spcAft>
              <a:buSzPts val="1600"/>
              <a:buChar char="•"/>
              <a:defRPr/>
            </a:lvl6pPr>
            <a:lvl7pPr indent="-342900" lvl="6" marL="3200400" algn="l">
              <a:spcBef>
                <a:spcPts val="600"/>
              </a:spcBef>
              <a:spcAft>
                <a:spcPts val="0"/>
              </a:spcAft>
              <a:buSzPts val="1800"/>
              <a:buChar char="•"/>
              <a:defRPr/>
            </a:lvl7pPr>
            <a:lvl8pPr indent="-342900" lvl="7" marL="3657600" algn="l">
              <a:spcBef>
                <a:spcPts val="600"/>
              </a:spcBef>
              <a:spcAft>
                <a:spcPts val="0"/>
              </a:spcAft>
              <a:buSzPts val="1800"/>
              <a:buChar char="•"/>
              <a:defRPr/>
            </a:lvl8pPr>
            <a:lvl9pPr indent="-342900" lvl="8" marL="4114800" algn="l">
              <a:spcBef>
                <a:spcPts val="600"/>
              </a:spcBef>
              <a:spcAft>
                <a:spcPts val="0"/>
              </a:spcAft>
              <a:buSzPts val="1800"/>
              <a:buChar char="•"/>
              <a:defRPr/>
            </a:lvl9pPr>
          </a:lstStyle>
          <a:p/>
        </p:txBody>
      </p:sp>
      <p:sp>
        <p:nvSpPr>
          <p:cNvPr id="27" name="Google Shape;27;p24"/>
          <p:cNvSpPr txBox="1"/>
          <p:nvPr>
            <p:ph idx="11" type="ftr"/>
          </p:nvPr>
        </p:nvSpPr>
        <p:spPr>
          <a:xfrm>
            <a:off x="1522413" y="6400800"/>
            <a:ext cx="6553199" cy="2762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24"/>
          <p:cNvSpPr txBox="1"/>
          <p:nvPr>
            <p:ph idx="10" type="dt"/>
          </p:nvPr>
        </p:nvSpPr>
        <p:spPr>
          <a:xfrm>
            <a:off x="8226422" y="6400800"/>
            <a:ext cx="1449389" cy="27622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24"/>
          <p:cNvSpPr txBox="1"/>
          <p:nvPr>
            <p:ph idx="12" type="sldNum"/>
          </p:nvPr>
        </p:nvSpPr>
        <p:spPr>
          <a:xfrm>
            <a:off x="9828211" y="6400800"/>
            <a:ext cx="838201" cy="27622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0" name="Shape 30"/>
        <p:cNvGrpSpPr/>
        <p:nvPr/>
      </p:nvGrpSpPr>
      <p:grpSpPr>
        <a:xfrm>
          <a:off x="0" y="0"/>
          <a:ext cx="0" cy="0"/>
          <a:chOff x="0" y="0"/>
          <a:chExt cx="0" cy="0"/>
        </a:xfrm>
      </p:grpSpPr>
      <p:sp>
        <p:nvSpPr>
          <p:cNvPr id="31" name="Google Shape;31;p25"/>
          <p:cNvSpPr txBox="1"/>
          <p:nvPr>
            <p:ph type="title"/>
          </p:nvPr>
        </p:nvSpPr>
        <p:spPr>
          <a:xfrm>
            <a:off x="1522413" y="381000"/>
            <a:ext cx="9144001" cy="13716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p25"/>
          <p:cNvSpPr txBox="1"/>
          <p:nvPr>
            <p:ph idx="1" type="body"/>
          </p:nvPr>
        </p:nvSpPr>
        <p:spPr>
          <a:xfrm>
            <a:off x="1504781" y="1905001"/>
            <a:ext cx="4419599" cy="4114800"/>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1800"/>
              </a:spcBef>
              <a:spcAft>
                <a:spcPts val="0"/>
              </a:spcAft>
              <a:buSzPts val="2400"/>
              <a:buChar char="•"/>
              <a:defRPr sz="2400"/>
            </a:lvl1pPr>
            <a:lvl2pPr indent="-355600" lvl="1" marL="914400" algn="l">
              <a:lnSpc>
                <a:spcPct val="90000"/>
              </a:lnSpc>
              <a:spcBef>
                <a:spcPts val="1200"/>
              </a:spcBef>
              <a:spcAft>
                <a:spcPts val="0"/>
              </a:spcAft>
              <a:buSzPts val="2000"/>
              <a:buChar char="•"/>
              <a:defRPr sz="2000"/>
            </a:lvl2pPr>
            <a:lvl3pPr indent="-342900" lvl="2" marL="1371600" algn="l">
              <a:lnSpc>
                <a:spcPct val="90000"/>
              </a:lnSpc>
              <a:spcBef>
                <a:spcPts val="600"/>
              </a:spcBef>
              <a:spcAft>
                <a:spcPts val="0"/>
              </a:spcAft>
              <a:buSzPts val="1800"/>
              <a:buChar char="•"/>
              <a:defRPr sz="1800"/>
            </a:lvl3pPr>
            <a:lvl4pPr indent="-330200" lvl="3" marL="1828800" algn="l">
              <a:lnSpc>
                <a:spcPct val="90000"/>
              </a:lnSpc>
              <a:spcBef>
                <a:spcPts val="600"/>
              </a:spcBef>
              <a:spcAft>
                <a:spcPts val="0"/>
              </a:spcAft>
              <a:buSzPts val="1600"/>
              <a:buChar char="•"/>
              <a:defRPr sz="1600"/>
            </a:lvl4pPr>
            <a:lvl5pPr indent="-330200" lvl="4" marL="2286000" algn="l">
              <a:lnSpc>
                <a:spcPct val="90000"/>
              </a:lnSpc>
              <a:spcBef>
                <a:spcPts val="600"/>
              </a:spcBef>
              <a:spcAft>
                <a:spcPts val="0"/>
              </a:spcAft>
              <a:buSzPts val="1600"/>
              <a:buChar char="•"/>
              <a:defRPr sz="1600"/>
            </a:lvl5pPr>
            <a:lvl6pPr indent="-330200" lvl="5" marL="2743200" algn="l">
              <a:spcBef>
                <a:spcPts val="600"/>
              </a:spcBef>
              <a:spcAft>
                <a:spcPts val="0"/>
              </a:spcAft>
              <a:buSzPts val="1600"/>
              <a:buChar char="•"/>
              <a:defRPr sz="1600"/>
            </a:lvl6pPr>
            <a:lvl7pPr indent="-330200" lvl="6" marL="3200400" algn="l">
              <a:spcBef>
                <a:spcPts val="600"/>
              </a:spcBef>
              <a:spcAft>
                <a:spcPts val="0"/>
              </a:spcAft>
              <a:buSzPts val="1600"/>
              <a:buChar char="•"/>
              <a:defRPr sz="1600"/>
            </a:lvl7pPr>
            <a:lvl8pPr indent="-330200" lvl="7" marL="3657600" algn="l">
              <a:spcBef>
                <a:spcPts val="600"/>
              </a:spcBef>
              <a:spcAft>
                <a:spcPts val="0"/>
              </a:spcAft>
              <a:buSzPts val="1600"/>
              <a:buChar char="•"/>
              <a:defRPr sz="1600"/>
            </a:lvl8pPr>
            <a:lvl9pPr indent="-330200" lvl="8" marL="4114800" algn="l">
              <a:spcBef>
                <a:spcPts val="600"/>
              </a:spcBef>
              <a:spcAft>
                <a:spcPts val="0"/>
              </a:spcAft>
              <a:buSzPts val="1600"/>
              <a:buChar char="•"/>
              <a:defRPr sz="1600"/>
            </a:lvl9pPr>
          </a:lstStyle>
          <a:p/>
        </p:txBody>
      </p:sp>
      <p:sp>
        <p:nvSpPr>
          <p:cNvPr id="33" name="Google Shape;33;p25"/>
          <p:cNvSpPr txBox="1"/>
          <p:nvPr>
            <p:ph idx="2" type="body"/>
          </p:nvPr>
        </p:nvSpPr>
        <p:spPr>
          <a:xfrm>
            <a:off x="6229183" y="1905001"/>
            <a:ext cx="4419600" cy="4114800"/>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1800"/>
              </a:spcBef>
              <a:spcAft>
                <a:spcPts val="0"/>
              </a:spcAft>
              <a:buSzPts val="2400"/>
              <a:buChar char="•"/>
              <a:defRPr sz="2400"/>
            </a:lvl1pPr>
            <a:lvl2pPr indent="-355600" lvl="1" marL="914400" algn="l">
              <a:lnSpc>
                <a:spcPct val="90000"/>
              </a:lnSpc>
              <a:spcBef>
                <a:spcPts val="1200"/>
              </a:spcBef>
              <a:spcAft>
                <a:spcPts val="0"/>
              </a:spcAft>
              <a:buSzPts val="2000"/>
              <a:buChar char="•"/>
              <a:defRPr sz="2000"/>
            </a:lvl2pPr>
            <a:lvl3pPr indent="-342900" lvl="2" marL="1371600" algn="l">
              <a:lnSpc>
                <a:spcPct val="90000"/>
              </a:lnSpc>
              <a:spcBef>
                <a:spcPts val="600"/>
              </a:spcBef>
              <a:spcAft>
                <a:spcPts val="0"/>
              </a:spcAft>
              <a:buSzPts val="1800"/>
              <a:buChar char="•"/>
              <a:defRPr sz="1800"/>
            </a:lvl3pPr>
            <a:lvl4pPr indent="-330200" lvl="3" marL="1828800" algn="l">
              <a:lnSpc>
                <a:spcPct val="90000"/>
              </a:lnSpc>
              <a:spcBef>
                <a:spcPts val="600"/>
              </a:spcBef>
              <a:spcAft>
                <a:spcPts val="0"/>
              </a:spcAft>
              <a:buSzPts val="1600"/>
              <a:buChar char="•"/>
              <a:defRPr sz="1600"/>
            </a:lvl4pPr>
            <a:lvl5pPr indent="-330200" lvl="4" marL="2286000" algn="l">
              <a:lnSpc>
                <a:spcPct val="90000"/>
              </a:lnSpc>
              <a:spcBef>
                <a:spcPts val="600"/>
              </a:spcBef>
              <a:spcAft>
                <a:spcPts val="0"/>
              </a:spcAft>
              <a:buSzPts val="1600"/>
              <a:buChar char="•"/>
              <a:defRPr sz="1600"/>
            </a:lvl5pPr>
            <a:lvl6pPr indent="-330200" lvl="5" marL="2743200" algn="l">
              <a:spcBef>
                <a:spcPts val="600"/>
              </a:spcBef>
              <a:spcAft>
                <a:spcPts val="0"/>
              </a:spcAft>
              <a:buSzPts val="1600"/>
              <a:buChar char="•"/>
              <a:defRPr sz="1600"/>
            </a:lvl6pPr>
            <a:lvl7pPr indent="-330200" lvl="6" marL="3200400" algn="l">
              <a:spcBef>
                <a:spcPts val="600"/>
              </a:spcBef>
              <a:spcAft>
                <a:spcPts val="0"/>
              </a:spcAft>
              <a:buSzPts val="1600"/>
              <a:buChar char="•"/>
              <a:defRPr sz="1600"/>
            </a:lvl7pPr>
            <a:lvl8pPr indent="-330200" lvl="7" marL="3657600" algn="l">
              <a:spcBef>
                <a:spcPts val="600"/>
              </a:spcBef>
              <a:spcAft>
                <a:spcPts val="0"/>
              </a:spcAft>
              <a:buSzPts val="1600"/>
              <a:buChar char="•"/>
              <a:defRPr sz="1600"/>
            </a:lvl8pPr>
            <a:lvl9pPr indent="-330200" lvl="8" marL="4114800" algn="l">
              <a:spcBef>
                <a:spcPts val="600"/>
              </a:spcBef>
              <a:spcAft>
                <a:spcPts val="0"/>
              </a:spcAft>
              <a:buSzPts val="1600"/>
              <a:buChar char="•"/>
              <a:defRPr sz="1600"/>
            </a:lvl9pPr>
          </a:lstStyle>
          <a:p/>
        </p:txBody>
      </p:sp>
      <p:sp>
        <p:nvSpPr>
          <p:cNvPr id="34" name="Google Shape;34;p25"/>
          <p:cNvSpPr txBox="1"/>
          <p:nvPr>
            <p:ph idx="11" type="ftr"/>
          </p:nvPr>
        </p:nvSpPr>
        <p:spPr>
          <a:xfrm>
            <a:off x="1522413" y="6400800"/>
            <a:ext cx="6553199" cy="2762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25"/>
          <p:cNvSpPr txBox="1"/>
          <p:nvPr>
            <p:ph idx="10" type="dt"/>
          </p:nvPr>
        </p:nvSpPr>
        <p:spPr>
          <a:xfrm>
            <a:off x="8226422" y="6400800"/>
            <a:ext cx="1449389" cy="27622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25"/>
          <p:cNvSpPr txBox="1"/>
          <p:nvPr>
            <p:ph idx="12" type="sldNum"/>
          </p:nvPr>
        </p:nvSpPr>
        <p:spPr>
          <a:xfrm>
            <a:off x="9828211" y="6400800"/>
            <a:ext cx="838201" cy="27622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bg>
      <p:bgPr>
        <a:blipFill>
          <a:blip r:embed="rId2">
            <a:alphaModFix/>
          </a:blip>
          <a:stretch>
            <a:fillRect/>
          </a:stretch>
        </a:blipFill>
      </p:bgPr>
    </p:bg>
    <p:spTree>
      <p:nvGrpSpPr>
        <p:cNvPr id="37" name="Shape 37"/>
        <p:cNvGrpSpPr/>
        <p:nvPr/>
      </p:nvGrpSpPr>
      <p:grpSpPr>
        <a:xfrm>
          <a:off x="0" y="0"/>
          <a:ext cx="0" cy="0"/>
          <a:chOff x="0" y="0"/>
          <a:chExt cx="0" cy="0"/>
        </a:xfrm>
      </p:grpSpPr>
      <p:sp>
        <p:nvSpPr>
          <p:cNvPr id="38" name="Google Shape;38;p26"/>
          <p:cNvSpPr txBox="1"/>
          <p:nvPr>
            <p:ph type="title"/>
          </p:nvPr>
        </p:nvSpPr>
        <p:spPr>
          <a:xfrm>
            <a:off x="1055604" y="1905000"/>
            <a:ext cx="3596607" cy="26670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3600"/>
              <a:buFont typeface="Corbel"/>
              <a:buNone/>
              <a:defRPr b="0" i="0"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26"/>
          <p:cNvSpPr txBox="1"/>
          <p:nvPr>
            <p:ph idx="1" type="body"/>
          </p:nvPr>
        </p:nvSpPr>
        <p:spPr>
          <a:xfrm>
            <a:off x="1065213" y="4648200"/>
            <a:ext cx="3581399" cy="13716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SzPts val="1800"/>
              <a:buNone/>
              <a:defRPr sz="1800"/>
            </a:lvl1pPr>
            <a:lvl2pPr indent="-228600" lvl="1" marL="914400" algn="l">
              <a:lnSpc>
                <a:spcPct val="90000"/>
              </a:lnSpc>
              <a:spcBef>
                <a:spcPts val="1200"/>
              </a:spcBef>
              <a:spcAft>
                <a:spcPts val="0"/>
              </a:spcAft>
              <a:buSzPts val="1200"/>
              <a:buNone/>
              <a:defRPr sz="1200"/>
            </a:lvl2pPr>
            <a:lvl3pPr indent="-228600" lvl="2" marL="1371600" algn="l">
              <a:lnSpc>
                <a:spcPct val="90000"/>
              </a:lnSpc>
              <a:spcBef>
                <a:spcPts val="600"/>
              </a:spcBef>
              <a:spcAft>
                <a:spcPts val="0"/>
              </a:spcAft>
              <a:buSzPts val="1000"/>
              <a:buNone/>
              <a:defRPr sz="1000"/>
            </a:lvl3pPr>
            <a:lvl4pPr indent="-228600" lvl="3" marL="1828800" algn="l">
              <a:lnSpc>
                <a:spcPct val="90000"/>
              </a:lnSpc>
              <a:spcBef>
                <a:spcPts val="600"/>
              </a:spcBef>
              <a:spcAft>
                <a:spcPts val="0"/>
              </a:spcAft>
              <a:buSzPts val="900"/>
              <a:buNone/>
              <a:defRPr sz="900"/>
            </a:lvl4pPr>
            <a:lvl5pPr indent="-228600" lvl="4" marL="2286000" algn="l">
              <a:lnSpc>
                <a:spcPct val="90000"/>
              </a:lnSpc>
              <a:spcBef>
                <a:spcPts val="600"/>
              </a:spcBef>
              <a:spcAft>
                <a:spcPts val="0"/>
              </a:spcAft>
              <a:buSzPts val="900"/>
              <a:buNone/>
              <a:defRPr sz="900"/>
            </a:lvl5pPr>
            <a:lvl6pPr indent="-228600" lvl="5" marL="2743200" algn="l">
              <a:spcBef>
                <a:spcPts val="600"/>
              </a:spcBef>
              <a:spcAft>
                <a:spcPts val="0"/>
              </a:spcAft>
              <a:buSzPts val="900"/>
              <a:buNone/>
              <a:defRPr sz="900"/>
            </a:lvl6pPr>
            <a:lvl7pPr indent="-228600" lvl="6" marL="3200400" algn="l">
              <a:spcBef>
                <a:spcPts val="600"/>
              </a:spcBef>
              <a:spcAft>
                <a:spcPts val="0"/>
              </a:spcAft>
              <a:buSzPts val="900"/>
              <a:buNone/>
              <a:defRPr sz="900"/>
            </a:lvl7pPr>
            <a:lvl8pPr indent="-228600" lvl="7" marL="3657600" algn="l">
              <a:spcBef>
                <a:spcPts val="600"/>
              </a:spcBef>
              <a:spcAft>
                <a:spcPts val="0"/>
              </a:spcAft>
              <a:buSzPts val="900"/>
              <a:buNone/>
              <a:defRPr sz="900"/>
            </a:lvl8pPr>
            <a:lvl9pPr indent="-228600" lvl="8" marL="4114800" algn="l">
              <a:spcBef>
                <a:spcPts val="600"/>
              </a:spcBef>
              <a:spcAft>
                <a:spcPts val="0"/>
              </a:spcAft>
              <a:buSzPts val="900"/>
              <a:buNone/>
              <a:defRPr sz="900"/>
            </a:lvl9pPr>
          </a:lstStyle>
          <a:p/>
        </p:txBody>
      </p:sp>
      <p:sp>
        <p:nvSpPr>
          <p:cNvPr descr="An empty placeholder to add an image. Click on the placeholder and select the image that you wish to add." id="40" name="Google Shape;40;p26"/>
          <p:cNvSpPr/>
          <p:nvPr>
            <p:ph idx="2" type="pic"/>
          </p:nvPr>
        </p:nvSpPr>
        <p:spPr>
          <a:xfrm>
            <a:off x="4951414" y="685800"/>
            <a:ext cx="6400799" cy="5334000"/>
          </a:xfrm>
          <a:prstGeom prst="rect">
            <a:avLst/>
          </a:prstGeom>
          <a:solidFill>
            <a:schemeClr val="dk2"/>
          </a:solidFill>
          <a:ln cap="flat" cmpd="sng" w="76200">
            <a:solidFill>
              <a:schemeClr val="lt1"/>
            </a:solidFill>
            <a:prstDash val="solid"/>
            <a:miter lim="800000"/>
            <a:headEnd len="sm" w="sm" type="none"/>
            <a:tailEnd len="sm" w="sm" type="none"/>
          </a:ln>
        </p:spPr>
      </p:sp>
      <p:sp>
        <p:nvSpPr>
          <p:cNvPr id="41" name="Google Shape;41;p26"/>
          <p:cNvSpPr txBox="1"/>
          <p:nvPr>
            <p:ph idx="11" type="ftr"/>
          </p:nvPr>
        </p:nvSpPr>
        <p:spPr>
          <a:xfrm>
            <a:off x="1522413" y="6400800"/>
            <a:ext cx="6553199" cy="2762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26"/>
          <p:cNvSpPr txBox="1"/>
          <p:nvPr>
            <p:ph idx="10" type="dt"/>
          </p:nvPr>
        </p:nvSpPr>
        <p:spPr>
          <a:xfrm>
            <a:off x="8226422" y="6400800"/>
            <a:ext cx="1449389" cy="27622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26"/>
          <p:cNvSpPr txBox="1"/>
          <p:nvPr>
            <p:ph idx="12" type="sldNum"/>
          </p:nvPr>
        </p:nvSpPr>
        <p:spPr>
          <a:xfrm>
            <a:off x="9828211" y="6400800"/>
            <a:ext cx="838201" cy="27622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4" name="Shape 44"/>
        <p:cNvGrpSpPr/>
        <p:nvPr/>
      </p:nvGrpSpPr>
      <p:grpSpPr>
        <a:xfrm>
          <a:off x="0" y="0"/>
          <a:ext cx="0" cy="0"/>
          <a:chOff x="0" y="0"/>
          <a:chExt cx="0" cy="0"/>
        </a:xfrm>
      </p:grpSpPr>
      <p:sp>
        <p:nvSpPr>
          <p:cNvPr id="45" name="Google Shape;45;p27"/>
          <p:cNvSpPr txBox="1"/>
          <p:nvPr>
            <p:ph type="title"/>
          </p:nvPr>
        </p:nvSpPr>
        <p:spPr>
          <a:xfrm>
            <a:off x="1522413" y="381000"/>
            <a:ext cx="9144001" cy="13716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27"/>
          <p:cNvSpPr txBox="1"/>
          <p:nvPr>
            <p:ph idx="11" type="ftr"/>
          </p:nvPr>
        </p:nvSpPr>
        <p:spPr>
          <a:xfrm>
            <a:off x="1522413" y="6400800"/>
            <a:ext cx="6553199" cy="2762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7"/>
          <p:cNvSpPr txBox="1"/>
          <p:nvPr>
            <p:ph idx="10" type="dt"/>
          </p:nvPr>
        </p:nvSpPr>
        <p:spPr>
          <a:xfrm>
            <a:off x="8226422" y="6400800"/>
            <a:ext cx="1449389" cy="27622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7"/>
          <p:cNvSpPr txBox="1"/>
          <p:nvPr>
            <p:ph idx="12" type="sldNum"/>
          </p:nvPr>
        </p:nvSpPr>
        <p:spPr>
          <a:xfrm>
            <a:off x="9828211" y="6400800"/>
            <a:ext cx="838201" cy="27622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dk2"/>
        </a:solidFill>
      </p:bgPr>
    </p:bg>
    <p:spTree>
      <p:nvGrpSpPr>
        <p:cNvPr id="49" name="Shape 49"/>
        <p:cNvGrpSpPr/>
        <p:nvPr/>
      </p:nvGrpSpPr>
      <p:grpSpPr>
        <a:xfrm>
          <a:off x="0" y="0"/>
          <a:ext cx="0" cy="0"/>
          <a:chOff x="0" y="0"/>
          <a:chExt cx="0" cy="0"/>
        </a:xfrm>
      </p:grpSpPr>
      <p:sp>
        <p:nvSpPr>
          <p:cNvPr id="50" name="Google Shape;50;p28"/>
          <p:cNvSpPr txBox="1"/>
          <p:nvPr>
            <p:ph idx="11" type="ftr"/>
          </p:nvPr>
        </p:nvSpPr>
        <p:spPr>
          <a:xfrm>
            <a:off x="1522413" y="6400800"/>
            <a:ext cx="6553199" cy="2762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28"/>
          <p:cNvSpPr txBox="1"/>
          <p:nvPr>
            <p:ph idx="10" type="dt"/>
          </p:nvPr>
        </p:nvSpPr>
        <p:spPr>
          <a:xfrm>
            <a:off x="8226422" y="6400800"/>
            <a:ext cx="1449389" cy="27622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8"/>
          <p:cNvSpPr txBox="1"/>
          <p:nvPr>
            <p:ph idx="12" type="sldNum"/>
          </p:nvPr>
        </p:nvSpPr>
        <p:spPr>
          <a:xfrm>
            <a:off x="9828211" y="6400800"/>
            <a:ext cx="838201" cy="27622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bg>
      <p:bgPr>
        <a:blipFill>
          <a:blip r:embed="rId2">
            <a:alphaModFix/>
          </a:blip>
          <a:stretch>
            <a:fillRect/>
          </a:stretch>
        </a:blipFill>
      </p:bgPr>
    </p:bg>
    <p:spTree>
      <p:nvGrpSpPr>
        <p:cNvPr id="53" name="Shape 53"/>
        <p:cNvGrpSpPr/>
        <p:nvPr/>
      </p:nvGrpSpPr>
      <p:grpSpPr>
        <a:xfrm>
          <a:off x="0" y="0"/>
          <a:ext cx="0" cy="0"/>
          <a:chOff x="0" y="0"/>
          <a:chExt cx="0" cy="0"/>
        </a:xfrm>
      </p:grpSpPr>
      <p:sp>
        <p:nvSpPr>
          <p:cNvPr id="54" name="Google Shape;54;p29"/>
          <p:cNvSpPr txBox="1"/>
          <p:nvPr>
            <p:ph type="title"/>
          </p:nvPr>
        </p:nvSpPr>
        <p:spPr>
          <a:xfrm>
            <a:off x="1055604" y="1905000"/>
            <a:ext cx="3596607" cy="26670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lt1"/>
              </a:buClr>
              <a:buSzPts val="3600"/>
              <a:buFont typeface="Corbel"/>
              <a:buNone/>
              <a:defRPr b="0"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29"/>
          <p:cNvSpPr txBox="1"/>
          <p:nvPr>
            <p:ph idx="1" type="body"/>
          </p:nvPr>
        </p:nvSpPr>
        <p:spPr>
          <a:xfrm>
            <a:off x="1065213" y="4648200"/>
            <a:ext cx="3581399" cy="13716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SzPts val="1800"/>
              <a:buNone/>
              <a:defRPr sz="1800"/>
            </a:lvl1pPr>
            <a:lvl2pPr indent="-228600" lvl="1" marL="914400" algn="l">
              <a:lnSpc>
                <a:spcPct val="90000"/>
              </a:lnSpc>
              <a:spcBef>
                <a:spcPts val="1200"/>
              </a:spcBef>
              <a:spcAft>
                <a:spcPts val="0"/>
              </a:spcAft>
              <a:buSzPts val="1200"/>
              <a:buNone/>
              <a:defRPr sz="1200"/>
            </a:lvl2pPr>
            <a:lvl3pPr indent="-228600" lvl="2" marL="1371600" algn="l">
              <a:lnSpc>
                <a:spcPct val="90000"/>
              </a:lnSpc>
              <a:spcBef>
                <a:spcPts val="600"/>
              </a:spcBef>
              <a:spcAft>
                <a:spcPts val="0"/>
              </a:spcAft>
              <a:buSzPts val="1000"/>
              <a:buNone/>
              <a:defRPr sz="1000"/>
            </a:lvl3pPr>
            <a:lvl4pPr indent="-228600" lvl="3" marL="1828800" algn="l">
              <a:lnSpc>
                <a:spcPct val="90000"/>
              </a:lnSpc>
              <a:spcBef>
                <a:spcPts val="600"/>
              </a:spcBef>
              <a:spcAft>
                <a:spcPts val="0"/>
              </a:spcAft>
              <a:buSzPts val="900"/>
              <a:buNone/>
              <a:defRPr sz="900"/>
            </a:lvl4pPr>
            <a:lvl5pPr indent="-228600" lvl="4" marL="2286000" algn="l">
              <a:lnSpc>
                <a:spcPct val="90000"/>
              </a:lnSpc>
              <a:spcBef>
                <a:spcPts val="600"/>
              </a:spcBef>
              <a:spcAft>
                <a:spcPts val="0"/>
              </a:spcAft>
              <a:buSzPts val="900"/>
              <a:buNone/>
              <a:defRPr sz="900"/>
            </a:lvl5pPr>
            <a:lvl6pPr indent="-228600" lvl="5" marL="2743200" algn="l">
              <a:spcBef>
                <a:spcPts val="600"/>
              </a:spcBef>
              <a:spcAft>
                <a:spcPts val="0"/>
              </a:spcAft>
              <a:buSzPts val="900"/>
              <a:buNone/>
              <a:defRPr sz="900"/>
            </a:lvl6pPr>
            <a:lvl7pPr indent="-228600" lvl="6" marL="3200400" algn="l">
              <a:spcBef>
                <a:spcPts val="600"/>
              </a:spcBef>
              <a:spcAft>
                <a:spcPts val="0"/>
              </a:spcAft>
              <a:buSzPts val="900"/>
              <a:buNone/>
              <a:defRPr sz="900"/>
            </a:lvl7pPr>
            <a:lvl8pPr indent="-228600" lvl="7" marL="3657600" algn="l">
              <a:spcBef>
                <a:spcPts val="600"/>
              </a:spcBef>
              <a:spcAft>
                <a:spcPts val="0"/>
              </a:spcAft>
              <a:buSzPts val="900"/>
              <a:buNone/>
              <a:defRPr sz="900"/>
            </a:lvl8pPr>
            <a:lvl9pPr indent="-228600" lvl="8" marL="4114800" algn="l">
              <a:spcBef>
                <a:spcPts val="600"/>
              </a:spcBef>
              <a:spcAft>
                <a:spcPts val="0"/>
              </a:spcAft>
              <a:buSzPts val="900"/>
              <a:buNone/>
              <a:defRPr sz="900"/>
            </a:lvl9pPr>
          </a:lstStyle>
          <a:p/>
        </p:txBody>
      </p:sp>
      <p:sp>
        <p:nvSpPr>
          <p:cNvPr id="56" name="Google Shape;56;p29"/>
          <p:cNvSpPr txBox="1"/>
          <p:nvPr>
            <p:ph idx="2" type="body"/>
          </p:nvPr>
        </p:nvSpPr>
        <p:spPr>
          <a:xfrm>
            <a:off x="4951414" y="685800"/>
            <a:ext cx="6400800" cy="5334000"/>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1800"/>
              </a:spcBef>
              <a:spcAft>
                <a:spcPts val="0"/>
              </a:spcAft>
              <a:buSzPts val="2400"/>
              <a:buChar char="•"/>
              <a:defRPr sz="2400"/>
            </a:lvl1pPr>
            <a:lvl2pPr indent="-355600" lvl="1" marL="914400" algn="l">
              <a:lnSpc>
                <a:spcPct val="90000"/>
              </a:lnSpc>
              <a:spcBef>
                <a:spcPts val="1200"/>
              </a:spcBef>
              <a:spcAft>
                <a:spcPts val="0"/>
              </a:spcAft>
              <a:buSzPts val="2000"/>
              <a:buChar char="•"/>
              <a:defRPr sz="2000"/>
            </a:lvl2pPr>
            <a:lvl3pPr indent="-342900" lvl="2" marL="1371600" algn="l">
              <a:lnSpc>
                <a:spcPct val="90000"/>
              </a:lnSpc>
              <a:spcBef>
                <a:spcPts val="600"/>
              </a:spcBef>
              <a:spcAft>
                <a:spcPts val="0"/>
              </a:spcAft>
              <a:buSzPts val="1800"/>
              <a:buChar char="•"/>
              <a:defRPr sz="1800"/>
            </a:lvl3pPr>
            <a:lvl4pPr indent="-330200" lvl="3" marL="1828800" algn="l">
              <a:lnSpc>
                <a:spcPct val="90000"/>
              </a:lnSpc>
              <a:spcBef>
                <a:spcPts val="600"/>
              </a:spcBef>
              <a:spcAft>
                <a:spcPts val="0"/>
              </a:spcAft>
              <a:buSzPts val="1600"/>
              <a:buChar char="•"/>
              <a:defRPr sz="1600"/>
            </a:lvl4pPr>
            <a:lvl5pPr indent="-330200" lvl="4" marL="2286000" algn="l">
              <a:lnSpc>
                <a:spcPct val="90000"/>
              </a:lnSpc>
              <a:spcBef>
                <a:spcPts val="600"/>
              </a:spcBef>
              <a:spcAft>
                <a:spcPts val="0"/>
              </a:spcAft>
              <a:buSzPts val="1600"/>
              <a:buChar char="•"/>
              <a:defRPr sz="1600"/>
            </a:lvl5pPr>
            <a:lvl6pPr indent="-330200" lvl="5" marL="2743200" algn="l">
              <a:spcBef>
                <a:spcPts val="600"/>
              </a:spcBef>
              <a:spcAft>
                <a:spcPts val="0"/>
              </a:spcAft>
              <a:buSzPts val="1600"/>
              <a:buChar char="•"/>
              <a:defRPr sz="1600"/>
            </a:lvl6pPr>
            <a:lvl7pPr indent="-330200" lvl="6" marL="3200400" algn="l">
              <a:spcBef>
                <a:spcPts val="600"/>
              </a:spcBef>
              <a:spcAft>
                <a:spcPts val="0"/>
              </a:spcAft>
              <a:buSzPts val="1600"/>
              <a:buChar char="•"/>
              <a:defRPr sz="1600"/>
            </a:lvl7pPr>
            <a:lvl8pPr indent="-330200" lvl="7" marL="3657600" algn="l">
              <a:spcBef>
                <a:spcPts val="600"/>
              </a:spcBef>
              <a:spcAft>
                <a:spcPts val="0"/>
              </a:spcAft>
              <a:buSzPts val="1600"/>
              <a:buChar char="•"/>
              <a:defRPr sz="1600"/>
            </a:lvl8pPr>
            <a:lvl9pPr indent="-330200" lvl="8" marL="4114800" algn="l">
              <a:spcBef>
                <a:spcPts val="600"/>
              </a:spcBef>
              <a:spcAft>
                <a:spcPts val="0"/>
              </a:spcAft>
              <a:buSzPts val="1600"/>
              <a:buChar char="•"/>
              <a:defRPr sz="1600"/>
            </a:lvl9pPr>
          </a:lstStyle>
          <a:p/>
        </p:txBody>
      </p:sp>
      <p:sp>
        <p:nvSpPr>
          <p:cNvPr id="57" name="Google Shape;57;p29"/>
          <p:cNvSpPr txBox="1"/>
          <p:nvPr>
            <p:ph idx="11" type="ftr"/>
          </p:nvPr>
        </p:nvSpPr>
        <p:spPr>
          <a:xfrm>
            <a:off x="1522413" y="6400800"/>
            <a:ext cx="6553199" cy="2762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29"/>
          <p:cNvSpPr txBox="1"/>
          <p:nvPr>
            <p:ph idx="10" type="dt"/>
          </p:nvPr>
        </p:nvSpPr>
        <p:spPr>
          <a:xfrm>
            <a:off x="8226422" y="6400800"/>
            <a:ext cx="1449389" cy="27622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9"/>
          <p:cNvSpPr txBox="1"/>
          <p:nvPr>
            <p:ph idx="12" type="sldNum"/>
          </p:nvPr>
        </p:nvSpPr>
        <p:spPr>
          <a:xfrm>
            <a:off x="9828211" y="6400800"/>
            <a:ext cx="838201" cy="27622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0" name="Shape 60"/>
        <p:cNvGrpSpPr/>
        <p:nvPr/>
      </p:nvGrpSpPr>
      <p:grpSpPr>
        <a:xfrm>
          <a:off x="0" y="0"/>
          <a:ext cx="0" cy="0"/>
          <a:chOff x="0" y="0"/>
          <a:chExt cx="0" cy="0"/>
        </a:xfrm>
      </p:grpSpPr>
      <p:sp>
        <p:nvSpPr>
          <p:cNvPr id="61" name="Google Shape;61;p30"/>
          <p:cNvSpPr txBox="1"/>
          <p:nvPr>
            <p:ph type="title"/>
          </p:nvPr>
        </p:nvSpPr>
        <p:spPr>
          <a:xfrm>
            <a:off x="1522413" y="381000"/>
            <a:ext cx="9144001" cy="13716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3600"/>
              <a:buFont typeface="Corbe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30"/>
          <p:cNvSpPr txBox="1"/>
          <p:nvPr>
            <p:ph idx="1" type="body"/>
          </p:nvPr>
        </p:nvSpPr>
        <p:spPr>
          <a:xfrm>
            <a:off x="1522411" y="1905000"/>
            <a:ext cx="4416552" cy="762000"/>
          </a:xfrm>
          <a:prstGeom prst="rect">
            <a:avLst/>
          </a:prstGeom>
          <a:noFill/>
          <a:ln>
            <a:noFill/>
          </a:ln>
        </p:spPr>
        <p:txBody>
          <a:bodyPr anchorCtr="0" anchor="ctr" bIns="45700" lIns="91425" spcFirstLastPara="1" rIns="91425" wrap="square" tIns="45700">
            <a:noAutofit/>
          </a:bodyPr>
          <a:lstStyle>
            <a:lvl1pPr indent="-228600" lvl="0" marL="457200" algn="l">
              <a:lnSpc>
                <a:spcPct val="90000"/>
              </a:lnSpc>
              <a:spcBef>
                <a:spcPts val="0"/>
              </a:spcBef>
              <a:spcAft>
                <a:spcPts val="0"/>
              </a:spcAft>
              <a:buSzPts val="2000"/>
              <a:buNone/>
              <a:defRPr b="0" sz="2000" cap="none">
                <a:solidFill>
                  <a:schemeClr val="accent1"/>
                </a:solidFill>
              </a:defRPr>
            </a:lvl1pPr>
            <a:lvl2pPr indent="-228600" lvl="1" marL="914400" algn="l">
              <a:lnSpc>
                <a:spcPct val="90000"/>
              </a:lnSpc>
              <a:spcBef>
                <a:spcPts val="1200"/>
              </a:spcBef>
              <a:spcAft>
                <a:spcPts val="0"/>
              </a:spcAft>
              <a:buSzPts val="2000"/>
              <a:buNone/>
              <a:defRPr b="1" sz="2000"/>
            </a:lvl2pPr>
            <a:lvl3pPr indent="-228600" lvl="2" marL="1371600" algn="l">
              <a:lnSpc>
                <a:spcPct val="90000"/>
              </a:lnSpc>
              <a:spcBef>
                <a:spcPts val="600"/>
              </a:spcBef>
              <a:spcAft>
                <a:spcPts val="0"/>
              </a:spcAft>
              <a:buSzPts val="1800"/>
              <a:buNone/>
              <a:defRPr b="1" sz="1800"/>
            </a:lvl3pPr>
            <a:lvl4pPr indent="-228600" lvl="3" marL="1828800" algn="l">
              <a:lnSpc>
                <a:spcPct val="90000"/>
              </a:lnSpc>
              <a:spcBef>
                <a:spcPts val="600"/>
              </a:spcBef>
              <a:spcAft>
                <a:spcPts val="0"/>
              </a:spcAft>
              <a:buSzPts val="1600"/>
              <a:buNone/>
              <a:defRPr b="1" sz="1600"/>
            </a:lvl4pPr>
            <a:lvl5pPr indent="-228600" lvl="4" marL="2286000" algn="l">
              <a:lnSpc>
                <a:spcPct val="90000"/>
              </a:lnSpc>
              <a:spcBef>
                <a:spcPts val="600"/>
              </a:spcBef>
              <a:spcAft>
                <a:spcPts val="0"/>
              </a:spcAft>
              <a:buSzPts val="1600"/>
              <a:buNone/>
              <a:defRPr b="1" sz="1600"/>
            </a:lvl5pPr>
            <a:lvl6pPr indent="-228600" lvl="5" marL="2743200" algn="l">
              <a:spcBef>
                <a:spcPts val="600"/>
              </a:spcBef>
              <a:spcAft>
                <a:spcPts val="0"/>
              </a:spcAft>
              <a:buSzPts val="1600"/>
              <a:buNone/>
              <a:defRPr b="1" sz="1600"/>
            </a:lvl6pPr>
            <a:lvl7pPr indent="-228600" lvl="6" marL="3200400" algn="l">
              <a:spcBef>
                <a:spcPts val="600"/>
              </a:spcBef>
              <a:spcAft>
                <a:spcPts val="0"/>
              </a:spcAft>
              <a:buSzPts val="1600"/>
              <a:buNone/>
              <a:defRPr b="1" sz="1600"/>
            </a:lvl7pPr>
            <a:lvl8pPr indent="-228600" lvl="7" marL="3657600" algn="l">
              <a:spcBef>
                <a:spcPts val="600"/>
              </a:spcBef>
              <a:spcAft>
                <a:spcPts val="0"/>
              </a:spcAft>
              <a:buSzPts val="1600"/>
              <a:buNone/>
              <a:defRPr b="1" sz="1600"/>
            </a:lvl8pPr>
            <a:lvl9pPr indent="-228600" lvl="8" marL="4114800" algn="l">
              <a:spcBef>
                <a:spcPts val="600"/>
              </a:spcBef>
              <a:spcAft>
                <a:spcPts val="0"/>
              </a:spcAft>
              <a:buSzPts val="1600"/>
              <a:buNone/>
              <a:defRPr b="1" sz="1600"/>
            </a:lvl9pPr>
          </a:lstStyle>
          <a:p/>
        </p:txBody>
      </p:sp>
      <p:sp>
        <p:nvSpPr>
          <p:cNvPr id="63" name="Google Shape;63;p30"/>
          <p:cNvSpPr txBox="1"/>
          <p:nvPr>
            <p:ph idx="2" type="body"/>
          </p:nvPr>
        </p:nvSpPr>
        <p:spPr>
          <a:xfrm>
            <a:off x="1522411" y="2743201"/>
            <a:ext cx="4416552" cy="3276600"/>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1800"/>
              </a:spcBef>
              <a:spcAft>
                <a:spcPts val="0"/>
              </a:spcAft>
              <a:buSzPts val="2400"/>
              <a:buChar char="•"/>
              <a:defRPr sz="2400"/>
            </a:lvl1pPr>
            <a:lvl2pPr indent="-355600" lvl="1" marL="914400" algn="l">
              <a:lnSpc>
                <a:spcPct val="90000"/>
              </a:lnSpc>
              <a:spcBef>
                <a:spcPts val="1200"/>
              </a:spcBef>
              <a:spcAft>
                <a:spcPts val="0"/>
              </a:spcAft>
              <a:buSzPts val="2000"/>
              <a:buChar char="•"/>
              <a:defRPr sz="2000"/>
            </a:lvl2pPr>
            <a:lvl3pPr indent="-342900" lvl="2" marL="1371600" algn="l">
              <a:lnSpc>
                <a:spcPct val="90000"/>
              </a:lnSpc>
              <a:spcBef>
                <a:spcPts val="600"/>
              </a:spcBef>
              <a:spcAft>
                <a:spcPts val="0"/>
              </a:spcAft>
              <a:buSzPts val="1800"/>
              <a:buChar char="•"/>
              <a:defRPr sz="1800"/>
            </a:lvl3pPr>
            <a:lvl4pPr indent="-330200" lvl="3" marL="1828800" algn="l">
              <a:lnSpc>
                <a:spcPct val="90000"/>
              </a:lnSpc>
              <a:spcBef>
                <a:spcPts val="600"/>
              </a:spcBef>
              <a:spcAft>
                <a:spcPts val="0"/>
              </a:spcAft>
              <a:buSzPts val="1600"/>
              <a:buChar char="•"/>
              <a:defRPr sz="1600"/>
            </a:lvl4pPr>
            <a:lvl5pPr indent="-330200" lvl="4" marL="2286000" algn="l">
              <a:lnSpc>
                <a:spcPct val="90000"/>
              </a:lnSpc>
              <a:spcBef>
                <a:spcPts val="600"/>
              </a:spcBef>
              <a:spcAft>
                <a:spcPts val="0"/>
              </a:spcAft>
              <a:buSzPts val="1600"/>
              <a:buChar char="•"/>
              <a:defRPr sz="1600"/>
            </a:lvl5pPr>
            <a:lvl6pPr indent="-330200" lvl="5" marL="2743200" algn="l">
              <a:spcBef>
                <a:spcPts val="600"/>
              </a:spcBef>
              <a:spcAft>
                <a:spcPts val="0"/>
              </a:spcAft>
              <a:buSzPts val="1600"/>
              <a:buChar char="•"/>
              <a:defRPr sz="1600"/>
            </a:lvl6pPr>
            <a:lvl7pPr indent="-330200" lvl="6" marL="3200400" algn="l">
              <a:spcBef>
                <a:spcPts val="600"/>
              </a:spcBef>
              <a:spcAft>
                <a:spcPts val="0"/>
              </a:spcAft>
              <a:buSzPts val="1600"/>
              <a:buChar char="•"/>
              <a:defRPr sz="1600"/>
            </a:lvl7pPr>
            <a:lvl8pPr indent="-330200" lvl="7" marL="3657600" algn="l">
              <a:spcBef>
                <a:spcPts val="600"/>
              </a:spcBef>
              <a:spcAft>
                <a:spcPts val="0"/>
              </a:spcAft>
              <a:buSzPts val="1600"/>
              <a:buChar char="•"/>
              <a:defRPr sz="1600"/>
            </a:lvl8pPr>
            <a:lvl9pPr indent="-330200" lvl="8" marL="4114800" algn="l">
              <a:spcBef>
                <a:spcPts val="600"/>
              </a:spcBef>
              <a:spcAft>
                <a:spcPts val="0"/>
              </a:spcAft>
              <a:buSzPts val="1600"/>
              <a:buChar char="•"/>
              <a:defRPr sz="1600"/>
            </a:lvl9pPr>
          </a:lstStyle>
          <a:p/>
        </p:txBody>
      </p:sp>
      <p:sp>
        <p:nvSpPr>
          <p:cNvPr id="64" name="Google Shape;64;p30"/>
          <p:cNvSpPr txBox="1"/>
          <p:nvPr>
            <p:ph idx="3" type="body"/>
          </p:nvPr>
        </p:nvSpPr>
        <p:spPr>
          <a:xfrm>
            <a:off x="6249861" y="1905000"/>
            <a:ext cx="4416552" cy="762000"/>
          </a:xfrm>
          <a:prstGeom prst="rect">
            <a:avLst/>
          </a:prstGeom>
          <a:noFill/>
          <a:ln>
            <a:noFill/>
          </a:ln>
        </p:spPr>
        <p:txBody>
          <a:bodyPr anchorCtr="0" anchor="ctr" bIns="45700" lIns="91425" spcFirstLastPara="1" rIns="91425" wrap="square" tIns="45700">
            <a:noAutofit/>
          </a:bodyPr>
          <a:lstStyle>
            <a:lvl1pPr indent="-228600" lvl="0" marL="457200" algn="l">
              <a:lnSpc>
                <a:spcPct val="90000"/>
              </a:lnSpc>
              <a:spcBef>
                <a:spcPts val="0"/>
              </a:spcBef>
              <a:spcAft>
                <a:spcPts val="0"/>
              </a:spcAft>
              <a:buSzPts val="2000"/>
              <a:buNone/>
              <a:defRPr b="0" sz="2000" cap="none">
                <a:solidFill>
                  <a:schemeClr val="accent1"/>
                </a:solidFill>
              </a:defRPr>
            </a:lvl1pPr>
            <a:lvl2pPr indent="-228600" lvl="1" marL="914400" algn="l">
              <a:lnSpc>
                <a:spcPct val="90000"/>
              </a:lnSpc>
              <a:spcBef>
                <a:spcPts val="1200"/>
              </a:spcBef>
              <a:spcAft>
                <a:spcPts val="0"/>
              </a:spcAft>
              <a:buSzPts val="2000"/>
              <a:buNone/>
              <a:defRPr b="1" sz="2000"/>
            </a:lvl2pPr>
            <a:lvl3pPr indent="-228600" lvl="2" marL="1371600" algn="l">
              <a:lnSpc>
                <a:spcPct val="90000"/>
              </a:lnSpc>
              <a:spcBef>
                <a:spcPts val="600"/>
              </a:spcBef>
              <a:spcAft>
                <a:spcPts val="0"/>
              </a:spcAft>
              <a:buSzPts val="1800"/>
              <a:buNone/>
              <a:defRPr b="1" sz="1800"/>
            </a:lvl3pPr>
            <a:lvl4pPr indent="-228600" lvl="3" marL="1828800" algn="l">
              <a:lnSpc>
                <a:spcPct val="90000"/>
              </a:lnSpc>
              <a:spcBef>
                <a:spcPts val="600"/>
              </a:spcBef>
              <a:spcAft>
                <a:spcPts val="0"/>
              </a:spcAft>
              <a:buSzPts val="1600"/>
              <a:buNone/>
              <a:defRPr b="1" sz="1600"/>
            </a:lvl4pPr>
            <a:lvl5pPr indent="-228600" lvl="4" marL="2286000" algn="l">
              <a:lnSpc>
                <a:spcPct val="90000"/>
              </a:lnSpc>
              <a:spcBef>
                <a:spcPts val="600"/>
              </a:spcBef>
              <a:spcAft>
                <a:spcPts val="0"/>
              </a:spcAft>
              <a:buSzPts val="1600"/>
              <a:buNone/>
              <a:defRPr b="1" sz="1600"/>
            </a:lvl5pPr>
            <a:lvl6pPr indent="-228600" lvl="5" marL="2743200" algn="l">
              <a:spcBef>
                <a:spcPts val="600"/>
              </a:spcBef>
              <a:spcAft>
                <a:spcPts val="0"/>
              </a:spcAft>
              <a:buSzPts val="1600"/>
              <a:buNone/>
              <a:defRPr b="1" sz="1600"/>
            </a:lvl6pPr>
            <a:lvl7pPr indent="-228600" lvl="6" marL="3200400" algn="l">
              <a:spcBef>
                <a:spcPts val="600"/>
              </a:spcBef>
              <a:spcAft>
                <a:spcPts val="0"/>
              </a:spcAft>
              <a:buSzPts val="1600"/>
              <a:buNone/>
              <a:defRPr b="1" sz="1600"/>
            </a:lvl7pPr>
            <a:lvl8pPr indent="-228600" lvl="7" marL="3657600" algn="l">
              <a:spcBef>
                <a:spcPts val="600"/>
              </a:spcBef>
              <a:spcAft>
                <a:spcPts val="0"/>
              </a:spcAft>
              <a:buSzPts val="1600"/>
              <a:buNone/>
              <a:defRPr b="1" sz="1600"/>
            </a:lvl8pPr>
            <a:lvl9pPr indent="-228600" lvl="8" marL="4114800" algn="l">
              <a:spcBef>
                <a:spcPts val="600"/>
              </a:spcBef>
              <a:spcAft>
                <a:spcPts val="0"/>
              </a:spcAft>
              <a:buSzPts val="1600"/>
              <a:buNone/>
              <a:defRPr b="1" sz="1600"/>
            </a:lvl9pPr>
          </a:lstStyle>
          <a:p/>
        </p:txBody>
      </p:sp>
      <p:sp>
        <p:nvSpPr>
          <p:cNvPr id="65" name="Google Shape;65;p30"/>
          <p:cNvSpPr txBox="1"/>
          <p:nvPr>
            <p:ph idx="4" type="body"/>
          </p:nvPr>
        </p:nvSpPr>
        <p:spPr>
          <a:xfrm>
            <a:off x="6249861" y="2743201"/>
            <a:ext cx="4416552" cy="3276600"/>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1800"/>
              </a:spcBef>
              <a:spcAft>
                <a:spcPts val="0"/>
              </a:spcAft>
              <a:buSzPts val="2400"/>
              <a:buChar char="•"/>
              <a:defRPr sz="2400"/>
            </a:lvl1pPr>
            <a:lvl2pPr indent="-355600" lvl="1" marL="914400" algn="l">
              <a:lnSpc>
                <a:spcPct val="90000"/>
              </a:lnSpc>
              <a:spcBef>
                <a:spcPts val="1200"/>
              </a:spcBef>
              <a:spcAft>
                <a:spcPts val="0"/>
              </a:spcAft>
              <a:buSzPts val="2000"/>
              <a:buChar char="•"/>
              <a:defRPr sz="2000"/>
            </a:lvl2pPr>
            <a:lvl3pPr indent="-342900" lvl="2" marL="1371600" algn="l">
              <a:lnSpc>
                <a:spcPct val="90000"/>
              </a:lnSpc>
              <a:spcBef>
                <a:spcPts val="600"/>
              </a:spcBef>
              <a:spcAft>
                <a:spcPts val="0"/>
              </a:spcAft>
              <a:buSzPts val="1800"/>
              <a:buChar char="•"/>
              <a:defRPr sz="1800"/>
            </a:lvl3pPr>
            <a:lvl4pPr indent="-330200" lvl="3" marL="1828800" algn="l">
              <a:lnSpc>
                <a:spcPct val="90000"/>
              </a:lnSpc>
              <a:spcBef>
                <a:spcPts val="600"/>
              </a:spcBef>
              <a:spcAft>
                <a:spcPts val="0"/>
              </a:spcAft>
              <a:buSzPts val="1600"/>
              <a:buChar char="•"/>
              <a:defRPr sz="1600"/>
            </a:lvl4pPr>
            <a:lvl5pPr indent="-330200" lvl="4" marL="2286000" algn="l">
              <a:lnSpc>
                <a:spcPct val="90000"/>
              </a:lnSpc>
              <a:spcBef>
                <a:spcPts val="600"/>
              </a:spcBef>
              <a:spcAft>
                <a:spcPts val="0"/>
              </a:spcAft>
              <a:buSzPts val="1600"/>
              <a:buChar char="•"/>
              <a:defRPr sz="1600"/>
            </a:lvl5pPr>
            <a:lvl6pPr indent="-330200" lvl="5" marL="2743200" algn="l">
              <a:spcBef>
                <a:spcPts val="600"/>
              </a:spcBef>
              <a:spcAft>
                <a:spcPts val="0"/>
              </a:spcAft>
              <a:buSzPts val="1600"/>
              <a:buChar char="•"/>
              <a:defRPr sz="1600"/>
            </a:lvl6pPr>
            <a:lvl7pPr indent="-330200" lvl="6" marL="3200400" algn="l">
              <a:spcBef>
                <a:spcPts val="600"/>
              </a:spcBef>
              <a:spcAft>
                <a:spcPts val="0"/>
              </a:spcAft>
              <a:buSzPts val="1600"/>
              <a:buChar char="•"/>
              <a:defRPr sz="1600"/>
            </a:lvl7pPr>
            <a:lvl8pPr indent="-330200" lvl="7" marL="3657600" algn="l">
              <a:spcBef>
                <a:spcPts val="600"/>
              </a:spcBef>
              <a:spcAft>
                <a:spcPts val="0"/>
              </a:spcAft>
              <a:buSzPts val="1600"/>
              <a:buChar char="•"/>
              <a:defRPr sz="1600"/>
            </a:lvl8pPr>
            <a:lvl9pPr indent="-330200" lvl="8" marL="4114800" algn="l">
              <a:spcBef>
                <a:spcPts val="600"/>
              </a:spcBef>
              <a:spcAft>
                <a:spcPts val="0"/>
              </a:spcAft>
              <a:buSzPts val="1600"/>
              <a:buChar char="•"/>
              <a:defRPr sz="1600"/>
            </a:lvl9pPr>
          </a:lstStyle>
          <a:p/>
        </p:txBody>
      </p:sp>
      <p:sp>
        <p:nvSpPr>
          <p:cNvPr id="66" name="Google Shape;66;p30"/>
          <p:cNvSpPr txBox="1"/>
          <p:nvPr>
            <p:ph idx="11" type="ftr"/>
          </p:nvPr>
        </p:nvSpPr>
        <p:spPr>
          <a:xfrm>
            <a:off x="1522413" y="6400800"/>
            <a:ext cx="6553199" cy="2762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0"/>
          <p:cNvSpPr txBox="1"/>
          <p:nvPr>
            <p:ph idx="10" type="dt"/>
          </p:nvPr>
        </p:nvSpPr>
        <p:spPr>
          <a:xfrm>
            <a:off x="8226422" y="6400800"/>
            <a:ext cx="1449389" cy="27622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30"/>
          <p:cNvSpPr txBox="1"/>
          <p:nvPr>
            <p:ph idx="12" type="sldNum"/>
          </p:nvPr>
        </p:nvSpPr>
        <p:spPr>
          <a:xfrm>
            <a:off x="9828211" y="6400800"/>
            <a:ext cx="838201" cy="27622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9" name="Shape 69"/>
        <p:cNvGrpSpPr/>
        <p:nvPr/>
      </p:nvGrpSpPr>
      <p:grpSpPr>
        <a:xfrm>
          <a:off x="0" y="0"/>
          <a:ext cx="0" cy="0"/>
          <a:chOff x="0" y="0"/>
          <a:chExt cx="0" cy="0"/>
        </a:xfrm>
      </p:grpSpPr>
      <p:sp>
        <p:nvSpPr>
          <p:cNvPr id="70" name="Google Shape;70;p31"/>
          <p:cNvSpPr txBox="1"/>
          <p:nvPr>
            <p:ph type="title"/>
          </p:nvPr>
        </p:nvSpPr>
        <p:spPr>
          <a:xfrm>
            <a:off x="1522413" y="381000"/>
            <a:ext cx="9144001" cy="13716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1" name="Google Shape;71;p31"/>
          <p:cNvSpPr txBox="1"/>
          <p:nvPr>
            <p:ph idx="1" type="body"/>
          </p:nvPr>
        </p:nvSpPr>
        <p:spPr>
          <a:xfrm rot="5400000">
            <a:off x="4032208" y="-604796"/>
            <a:ext cx="4114801" cy="9134391"/>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800"/>
              </a:spcBef>
              <a:spcAft>
                <a:spcPts val="0"/>
              </a:spcAft>
              <a:buSzPts val="1800"/>
              <a:buChar char="•"/>
              <a:defRPr/>
            </a:lvl1pPr>
            <a:lvl2pPr indent="-342900" lvl="1" marL="914400" algn="l">
              <a:lnSpc>
                <a:spcPct val="90000"/>
              </a:lnSpc>
              <a:spcBef>
                <a:spcPts val="1200"/>
              </a:spcBef>
              <a:spcAft>
                <a:spcPts val="0"/>
              </a:spcAft>
              <a:buSzPts val="1800"/>
              <a:buChar char="•"/>
              <a:defRPr/>
            </a:lvl2pPr>
            <a:lvl3pPr indent="-342900" lvl="2" marL="1371600" algn="l">
              <a:lnSpc>
                <a:spcPct val="90000"/>
              </a:lnSpc>
              <a:spcBef>
                <a:spcPts val="600"/>
              </a:spcBef>
              <a:spcAft>
                <a:spcPts val="0"/>
              </a:spcAft>
              <a:buSzPts val="1800"/>
              <a:buChar char="•"/>
              <a:defRPr/>
            </a:lvl3pPr>
            <a:lvl4pPr indent="-342900" lvl="3" marL="1828800" algn="l">
              <a:lnSpc>
                <a:spcPct val="90000"/>
              </a:lnSpc>
              <a:spcBef>
                <a:spcPts val="600"/>
              </a:spcBef>
              <a:spcAft>
                <a:spcPts val="0"/>
              </a:spcAft>
              <a:buSzPts val="1800"/>
              <a:buChar char="•"/>
              <a:defRPr/>
            </a:lvl4pPr>
            <a:lvl5pPr indent="-342900" lvl="4" marL="2286000" algn="l">
              <a:lnSpc>
                <a:spcPct val="90000"/>
              </a:lnSpc>
              <a:spcBef>
                <a:spcPts val="600"/>
              </a:spcBef>
              <a:spcAft>
                <a:spcPts val="0"/>
              </a:spcAft>
              <a:buSzPts val="1800"/>
              <a:buChar char="•"/>
              <a:defRPr/>
            </a:lvl5pPr>
            <a:lvl6pPr indent="-342900" lvl="5" marL="2743200" algn="l">
              <a:spcBef>
                <a:spcPts val="600"/>
              </a:spcBef>
              <a:spcAft>
                <a:spcPts val="0"/>
              </a:spcAft>
              <a:buSzPts val="1800"/>
              <a:buChar char="•"/>
              <a:defRPr/>
            </a:lvl6pPr>
            <a:lvl7pPr indent="-342900" lvl="6" marL="3200400" algn="l">
              <a:spcBef>
                <a:spcPts val="600"/>
              </a:spcBef>
              <a:spcAft>
                <a:spcPts val="0"/>
              </a:spcAft>
              <a:buSzPts val="1800"/>
              <a:buChar char="•"/>
              <a:defRPr/>
            </a:lvl7pPr>
            <a:lvl8pPr indent="-342900" lvl="7" marL="3657600" algn="l">
              <a:spcBef>
                <a:spcPts val="600"/>
              </a:spcBef>
              <a:spcAft>
                <a:spcPts val="0"/>
              </a:spcAft>
              <a:buSzPts val="1800"/>
              <a:buChar char="•"/>
              <a:defRPr/>
            </a:lvl8pPr>
            <a:lvl9pPr indent="-342900" lvl="8" marL="4114800" algn="l">
              <a:spcBef>
                <a:spcPts val="600"/>
              </a:spcBef>
              <a:spcAft>
                <a:spcPts val="0"/>
              </a:spcAft>
              <a:buSzPts val="1800"/>
              <a:buChar char="•"/>
              <a:defRPr/>
            </a:lvl9pPr>
          </a:lstStyle>
          <a:p/>
        </p:txBody>
      </p:sp>
      <p:sp>
        <p:nvSpPr>
          <p:cNvPr id="72" name="Google Shape;72;p31"/>
          <p:cNvSpPr txBox="1"/>
          <p:nvPr>
            <p:ph idx="11" type="ftr"/>
          </p:nvPr>
        </p:nvSpPr>
        <p:spPr>
          <a:xfrm>
            <a:off x="1522413" y="6400800"/>
            <a:ext cx="6553199" cy="2762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1"/>
          <p:cNvSpPr txBox="1"/>
          <p:nvPr>
            <p:ph idx="10" type="dt"/>
          </p:nvPr>
        </p:nvSpPr>
        <p:spPr>
          <a:xfrm>
            <a:off x="8226422" y="6400800"/>
            <a:ext cx="1449389" cy="27622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31"/>
          <p:cNvSpPr txBox="1"/>
          <p:nvPr>
            <p:ph idx="12" type="sldNum"/>
          </p:nvPr>
        </p:nvSpPr>
        <p:spPr>
          <a:xfrm>
            <a:off x="9828211" y="6400800"/>
            <a:ext cx="838201" cy="27622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5" name="Shape 75"/>
        <p:cNvGrpSpPr/>
        <p:nvPr/>
      </p:nvGrpSpPr>
      <p:grpSpPr>
        <a:xfrm>
          <a:off x="0" y="0"/>
          <a:ext cx="0" cy="0"/>
          <a:chOff x="0" y="0"/>
          <a:chExt cx="0" cy="0"/>
        </a:xfrm>
      </p:grpSpPr>
      <p:sp>
        <p:nvSpPr>
          <p:cNvPr id="76" name="Google Shape;76;p32"/>
          <p:cNvSpPr txBox="1"/>
          <p:nvPr>
            <p:ph type="title"/>
          </p:nvPr>
        </p:nvSpPr>
        <p:spPr>
          <a:xfrm rot="5400000">
            <a:off x="7085013" y="2438400"/>
            <a:ext cx="5638800" cy="1524001"/>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 name="Google Shape;77;p32"/>
          <p:cNvSpPr txBox="1"/>
          <p:nvPr>
            <p:ph idx="1" type="body"/>
          </p:nvPr>
        </p:nvSpPr>
        <p:spPr>
          <a:xfrm rot="5400000">
            <a:off x="2398712" y="-495299"/>
            <a:ext cx="5638800" cy="739139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800"/>
              </a:spcBef>
              <a:spcAft>
                <a:spcPts val="0"/>
              </a:spcAft>
              <a:buSzPts val="1800"/>
              <a:buChar char="•"/>
              <a:defRPr/>
            </a:lvl1pPr>
            <a:lvl2pPr indent="-342900" lvl="1" marL="914400" algn="l">
              <a:lnSpc>
                <a:spcPct val="90000"/>
              </a:lnSpc>
              <a:spcBef>
                <a:spcPts val="1200"/>
              </a:spcBef>
              <a:spcAft>
                <a:spcPts val="0"/>
              </a:spcAft>
              <a:buSzPts val="1800"/>
              <a:buChar char="•"/>
              <a:defRPr/>
            </a:lvl2pPr>
            <a:lvl3pPr indent="-342900" lvl="2" marL="1371600" algn="l">
              <a:lnSpc>
                <a:spcPct val="90000"/>
              </a:lnSpc>
              <a:spcBef>
                <a:spcPts val="600"/>
              </a:spcBef>
              <a:spcAft>
                <a:spcPts val="0"/>
              </a:spcAft>
              <a:buSzPts val="1800"/>
              <a:buChar char="•"/>
              <a:defRPr/>
            </a:lvl3pPr>
            <a:lvl4pPr indent="-342900" lvl="3" marL="1828800" algn="l">
              <a:lnSpc>
                <a:spcPct val="90000"/>
              </a:lnSpc>
              <a:spcBef>
                <a:spcPts val="600"/>
              </a:spcBef>
              <a:spcAft>
                <a:spcPts val="0"/>
              </a:spcAft>
              <a:buSzPts val="1800"/>
              <a:buChar char="•"/>
              <a:defRPr/>
            </a:lvl4pPr>
            <a:lvl5pPr indent="-342900" lvl="4" marL="2286000" algn="l">
              <a:lnSpc>
                <a:spcPct val="90000"/>
              </a:lnSpc>
              <a:spcBef>
                <a:spcPts val="600"/>
              </a:spcBef>
              <a:spcAft>
                <a:spcPts val="0"/>
              </a:spcAft>
              <a:buSzPts val="1800"/>
              <a:buChar char="•"/>
              <a:defRPr/>
            </a:lvl5pPr>
            <a:lvl6pPr indent="-342900" lvl="5" marL="2743200" algn="l">
              <a:spcBef>
                <a:spcPts val="600"/>
              </a:spcBef>
              <a:spcAft>
                <a:spcPts val="0"/>
              </a:spcAft>
              <a:buSzPts val="1800"/>
              <a:buChar char="•"/>
              <a:defRPr/>
            </a:lvl6pPr>
            <a:lvl7pPr indent="-342900" lvl="6" marL="3200400" algn="l">
              <a:spcBef>
                <a:spcPts val="600"/>
              </a:spcBef>
              <a:spcAft>
                <a:spcPts val="0"/>
              </a:spcAft>
              <a:buSzPts val="1800"/>
              <a:buChar char="•"/>
              <a:defRPr/>
            </a:lvl7pPr>
            <a:lvl8pPr indent="-342900" lvl="7" marL="3657600" algn="l">
              <a:spcBef>
                <a:spcPts val="600"/>
              </a:spcBef>
              <a:spcAft>
                <a:spcPts val="0"/>
              </a:spcAft>
              <a:buSzPts val="1800"/>
              <a:buChar char="•"/>
              <a:defRPr/>
            </a:lvl8pPr>
            <a:lvl9pPr indent="-342900" lvl="8" marL="4114800" algn="l">
              <a:spcBef>
                <a:spcPts val="600"/>
              </a:spcBef>
              <a:spcAft>
                <a:spcPts val="0"/>
              </a:spcAft>
              <a:buSzPts val="1800"/>
              <a:buChar char="•"/>
              <a:defRPr/>
            </a:lvl9pPr>
          </a:lstStyle>
          <a:p/>
        </p:txBody>
      </p:sp>
      <p:sp>
        <p:nvSpPr>
          <p:cNvPr id="78" name="Google Shape;78;p32"/>
          <p:cNvSpPr txBox="1"/>
          <p:nvPr>
            <p:ph idx="11" type="ftr"/>
          </p:nvPr>
        </p:nvSpPr>
        <p:spPr>
          <a:xfrm>
            <a:off x="1522413" y="6400800"/>
            <a:ext cx="6553199" cy="2762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2"/>
          <p:cNvSpPr txBox="1"/>
          <p:nvPr>
            <p:ph idx="10" type="dt"/>
          </p:nvPr>
        </p:nvSpPr>
        <p:spPr>
          <a:xfrm>
            <a:off x="8226422" y="6400800"/>
            <a:ext cx="1449389" cy="27622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32"/>
          <p:cNvSpPr txBox="1"/>
          <p:nvPr>
            <p:ph idx="12" type="sldNum"/>
          </p:nvPr>
        </p:nvSpPr>
        <p:spPr>
          <a:xfrm>
            <a:off x="9828211" y="6400800"/>
            <a:ext cx="838201" cy="27622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21"/>
          <p:cNvSpPr txBox="1"/>
          <p:nvPr>
            <p:ph type="title"/>
          </p:nvPr>
        </p:nvSpPr>
        <p:spPr>
          <a:xfrm>
            <a:off x="1522413" y="381000"/>
            <a:ext cx="9144001" cy="1371600"/>
          </a:xfrm>
          <a:prstGeom prst="rect">
            <a:avLst/>
          </a:prstGeom>
          <a:noFill/>
          <a:ln>
            <a:noFill/>
          </a:ln>
        </p:spPr>
        <p:txBody>
          <a:bodyPr anchorCtr="0" anchor="b" bIns="45700" lIns="91425" spcFirstLastPara="1" rIns="91425" wrap="square" tIns="45700">
            <a:normAutofit/>
          </a:bodyPr>
          <a:lstStyle>
            <a:lvl1pPr lvl="0" marR="0" rtl="0" algn="l">
              <a:lnSpc>
                <a:spcPct val="90000"/>
              </a:lnSpc>
              <a:spcBef>
                <a:spcPts val="0"/>
              </a:spcBef>
              <a:spcAft>
                <a:spcPts val="0"/>
              </a:spcAft>
              <a:buClr>
                <a:schemeClr val="lt1"/>
              </a:buClr>
              <a:buSzPts val="3600"/>
              <a:buFont typeface="Corbel"/>
              <a:buNone/>
              <a:defRPr b="0" i="0" sz="3600" u="none" cap="none" strike="noStrike">
                <a:solidFill>
                  <a:schemeClr val="lt1"/>
                </a:solidFill>
                <a:latin typeface="Corbel"/>
                <a:ea typeface="Corbel"/>
                <a:cs typeface="Corbel"/>
                <a:sym typeface="Corbe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1"/>
          <p:cNvSpPr txBox="1"/>
          <p:nvPr>
            <p:ph idx="1" type="body"/>
          </p:nvPr>
        </p:nvSpPr>
        <p:spPr>
          <a:xfrm>
            <a:off x="1522413" y="1904999"/>
            <a:ext cx="9134391" cy="4114801"/>
          </a:xfrm>
          <a:prstGeom prst="rect">
            <a:avLst/>
          </a:prstGeom>
          <a:noFill/>
          <a:ln>
            <a:noFill/>
          </a:ln>
        </p:spPr>
        <p:txBody>
          <a:bodyPr anchorCtr="0" anchor="t" bIns="45700" lIns="91425" spcFirstLastPara="1" rIns="91425" wrap="square" tIns="45700">
            <a:normAutofit/>
          </a:bodyPr>
          <a:lstStyle>
            <a:lvl1pPr indent="-381000" lvl="0" marL="457200" marR="0" rtl="0" algn="l">
              <a:lnSpc>
                <a:spcPct val="90000"/>
              </a:lnSpc>
              <a:spcBef>
                <a:spcPts val="1800"/>
              </a:spcBef>
              <a:spcAft>
                <a:spcPts val="0"/>
              </a:spcAft>
              <a:buClr>
                <a:schemeClr val="accent1"/>
              </a:buClr>
              <a:buSzPts val="2400"/>
              <a:buFont typeface="Arial"/>
              <a:buChar char="•"/>
              <a:defRPr b="0" i="0" sz="2400" u="none" cap="none" strike="noStrike">
                <a:solidFill>
                  <a:schemeClr val="lt1"/>
                </a:solidFill>
                <a:latin typeface="Corbel"/>
                <a:ea typeface="Corbel"/>
                <a:cs typeface="Corbel"/>
                <a:sym typeface="Corbel"/>
              </a:defRPr>
            </a:lvl1pPr>
            <a:lvl2pPr indent="-355600" lvl="1" marL="914400" marR="0" rtl="0" algn="l">
              <a:lnSpc>
                <a:spcPct val="90000"/>
              </a:lnSpc>
              <a:spcBef>
                <a:spcPts val="1200"/>
              </a:spcBef>
              <a:spcAft>
                <a:spcPts val="0"/>
              </a:spcAft>
              <a:buClr>
                <a:schemeClr val="accent1"/>
              </a:buClr>
              <a:buSzPts val="2000"/>
              <a:buFont typeface="Arial"/>
              <a:buChar char="•"/>
              <a:defRPr b="0" i="0" sz="2000" u="none" cap="none" strike="noStrike">
                <a:solidFill>
                  <a:schemeClr val="lt1"/>
                </a:solidFill>
                <a:latin typeface="Corbel"/>
                <a:ea typeface="Corbel"/>
                <a:cs typeface="Corbel"/>
                <a:sym typeface="Corbel"/>
              </a:defRPr>
            </a:lvl2pPr>
            <a:lvl3pPr indent="-342900" lvl="2" marL="1371600" marR="0" rtl="0" algn="l">
              <a:lnSpc>
                <a:spcPct val="90000"/>
              </a:lnSpc>
              <a:spcBef>
                <a:spcPts val="600"/>
              </a:spcBef>
              <a:spcAft>
                <a:spcPts val="0"/>
              </a:spcAft>
              <a:buClr>
                <a:schemeClr val="accent1"/>
              </a:buClr>
              <a:buSzPts val="1800"/>
              <a:buFont typeface="Arial"/>
              <a:buChar char="•"/>
              <a:defRPr b="0" i="0" sz="1800" u="none" cap="none" strike="noStrike">
                <a:solidFill>
                  <a:schemeClr val="lt1"/>
                </a:solidFill>
                <a:latin typeface="Corbel"/>
                <a:ea typeface="Corbel"/>
                <a:cs typeface="Corbel"/>
                <a:sym typeface="Corbel"/>
              </a:defRPr>
            </a:lvl3pPr>
            <a:lvl4pPr indent="-330200" lvl="3" marL="1828800" marR="0" rtl="0" algn="l">
              <a:lnSpc>
                <a:spcPct val="90000"/>
              </a:lnSpc>
              <a:spcBef>
                <a:spcPts val="600"/>
              </a:spcBef>
              <a:spcAft>
                <a:spcPts val="0"/>
              </a:spcAft>
              <a:buClr>
                <a:schemeClr val="accent1"/>
              </a:buClr>
              <a:buSzPts val="1600"/>
              <a:buFont typeface="Arial"/>
              <a:buChar char="•"/>
              <a:defRPr b="0" i="0" sz="1600" u="none" cap="none" strike="noStrike">
                <a:solidFill>
                  <a:schemeClr val="lt1"/>
                </a:solidFill>
                <a:latin typeface="Corbel"/>
                <a:ea typeface="Corbel"/>
                <a:cs typeface="Corbel"/>
                <a:sym typeface="Corbel"/>
              </a:defRPr>
            </a:lvl4pPr>
            <a:lvl5pPr indent="-330200" lvl="4" marL="2286000" marR="0" rtl="0" algn="l">
              <a:lnSpc>
                <a:spcPct val="90000"/>
              </a:lnSpc>
              <a:spcBef>
                <a:spcPts val="600"/>
              </a:spcBef>
              <a:spcAft>
                <a:spcPts val="0"/>
              </a:spcAft>
              <a:buClr>
                <a:schemeClr val="accent1"/>
              </a:buClr>
              <a:buSzPts val="1600"/>
              <a:buFont typeface="Arial"/>
              <a:buChar char="•"/>
              <a:defRPr b="0" i="0" sz="1600" u="none" cap="none" strike="noStrike">
                <a:solidFill>
                  <a:schemeClr val="lt1"/>
                </a:solidFill>
                <a:latin typeface="Corbel"/>
                <a:ea typeface="Corbel"/>
                <a:cs typeface="Corbel"/>
                <a:sym typeface="Corbel"/>
              </a:defRPr>
            </a:lvl5pPr>
            <a:lvl6pPr indent="-330200" lvl="5" marL="2743200" marR="0" rtl="0" algn="l">
              <a:spcBef>
                <a:spcPts val="600"/>
              </a:spcBef>
              <a:spcAft>
                <a:spcPts val="0"/>
              </a:spcAft>
              <a:buClr>
                <a:schemeClr val="accent1"/>
              </a:buClr>
              <a:buSzPts val="1600"/>
              <a:buFont typeface="Arial"/>
              <a:buChar char="•"/>
              <a:defRPr b="0" i="0" sz="1600" u="none" cap="none" strike="noStrike">
                <a:solidFill>
                  <a:schemeClr val="lt1"/>
                </a:solidFill>
                <a:latin typeface="Corbel"/>
                <a:ea typeface="Corbel"/>
                <a:cs typeface="Corbel"/>
                <a:sym typeface="Corbel"/>
              </a:defRPr>
            </a:lvl6pPr>
            <a:lvl7pPr indent="-330200" lvl="6" marL="3200400" marR="0" rtl="0" algn="l">
              <a:spcBef>
                <a:spcPts val="600"/>
              </a:spcBef>
              <a:spcAft>
                <a:spcPts val="0"/>
              </a:spcAft>
              <a:buClr>
                <a:schemeClr val="accent1"/>
              </a:buClr>
              <a:buSzPts val="1600"/>
              <a:buFont typeface="Arial"/>
              <a:buChar char="•"/>
              <a:defRPr b="0" i="0" sz="1600" u="none" cap="none" strike="noStrike">
                <a:solidFill>
                  <a:schemeClr val="lt1"/>
                </a:solidFill>
                <a:latin typeface="Corbel"/>
                <a:ea typeface="Corbel"/>
                <a:cs typeface="Corbel"/>
                <a:sym typeface="Corbel"/>
              </a:defRPr>
            </a:lvl7pPr>
            <a:lvl8pPr indent="-330200" lvl="7" marL="3657600" marR="0" rtl="0" algn="l">
              <a:spcBef>
                <a:spcPts val="600"/>
              </a:spcBef>
              <a:spcAft>
                <a:spcPts val="0"/>
              </a:spcAft>
              <a:buClr>
                <a:schemeClr val="accent1"/>
              </a:buClr>
              <a:buSzPts val="1600"/>
              <a:buFont typeface="Arial"/>
              <a:buChar char="•"/>
              <a:defRPr b="0" i="0" sz="1600" u="none" cap="none" strike="noStrike">
                <a:solidFill>
                  <a:schemeClr val="lt1"/>
                </a:solidFill>
                <a:latin typeface="Corbel"/>
                <a:ea typeface="Corbel"/>
                <a:cs typeface="Corbel"/>
                <a:sym typeface="Corbel"/>
              </a:defRPr>
            </a:lvl8pPr>
            <a:lvl9pPr indent="-330200" lvl="8" marL="4114800" marR="0" rtl="0" algn="l">
              <a:spcBef>
                <a:spcPts val="600"/>
              </a:spcBef>
              <a:spcAft>
                <a:spcPts val="0"/>
              </a:spcAft>
              <a:buClr>
                <a:schemeClr val="accent1"/>
              </a:buClr>
              <a:buSzPts val="1600"/>
              <a:buFont typeface="Arial"/>
              <a:buChar char="•"/>
              <a:defRPr b="0" i="0" sz="1600" u="none" cap="none" strike="noStrike">
                <a:solidFill>
                  <a:schemeClr val="lt1"/>
                </a:solidFill>
                <a:latin typeface="Corbel"/>
                <a:ea typeface="Corbel"/>
                <a:cs typeface="Corbel"/>
                <a:sym typeface="Corbel"/>
              </a:defRPr>
            </a:lvl9pPr>
          </a:lstStyle>
          <a:p/>
        </p:txBody>
      </p:sp>
      <p:sp>
        <p:nvSpPr>
          <p:cNvPr id="12" name="Google Shape;12;p21"/>
          <p:cNvSpPr txBox="1"/>
          <p:nvPr>
            <p:ph idx="11" type="ftr"/>
          </p:nvPr>
        </p:nvSpPr>
        <p:spPr>
          <a:xfrm>
            <a:off x="1522413" y="6400800"/>
            <a:ext cx="6553199" cy="276228"/>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100" u="none" cap="none" strike="noStrike">
                <a:solidFill>
                  <a:schemeClr val="lt1"/>
                </a:solidFill>
                <a:latin typeface="Corbel"/>
                <a:ea typeface="Corbel"/>
                <a:cs typeface="Corbel"/>
                <a:sym typeface="Corbel"/>
              </a:defRPr>
            </a:lvl1pPr>
            <a:lvl2pPr lvl="1"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2pPr>
            <a:lvl3pPr lvl="2"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3pPr>
            <a:lvl4pPr lvl="3"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4pPr>
            <a:lvl5pPr lvl="4"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5pPr>
            <a:lvl6pPr lvl="5"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6pPr>
            <a:lvl7pPr lvl="6"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7pPr>
            <a:lvl8pPr lvl="7"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8pPr>
            <a:lvl9pPr lvl="8"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9pPr>
          </a:lstStyle>
          <a:p/>
        </p:txBody>
      </p:sp>
      <p:sp>
        <p:nvSpPr>
          <p:cNvPr id="13" name="Google Shape;13;p21"/>
          <p:cNvSpPr txBox="1"/>
          <p:nvPr>
            <p:ph idx="10" type="dt"/>
          </p:nvPr>
        </p:nvSpPr>
        <p:spPr>
          <a:xfrm>
            <a:off x="8226422" y="6400800"/>
            <a:ext cx="1449389" cy="276228"/>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100" u="none" cap="none" strike="noStrike">
                <a:solidFill>
                  <a:schemeClr val="lt1"/>
                </a:solidFill>
                <a:latin typeface="Corbel"/>
                <a:ea typeface="Corbel"/>
                <a:cs typeface="Corbel"/>
                <a:sym typeface="Corbel"/>
              </a:defRPr>
            </a:lvl1pPr>
            <a:lvl2pPr lvl="1"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2pPr>
            <a:lvl3pPr lvl="2"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3pPr>
            <a:lvl4pPr lvl="3"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4pPr>
            <a:lvl5pPr lvl="4"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5pPr>
            <a:lvl6pPr lvl="5"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6pPr>
            <a:lvl7pPr lvl="6"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7pPr>
            <a:lvl8pPr lvl="7"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8pPr>
            <a:lvl9pPr lvl="8"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9pPr>
          </a:lstStyle>
          <a:p/>
        </p:txBody>
      </p:sp>
      <p:sp>
        <p:nvSpPr>
          <p:cNvPr id="14" name="Google Shape;14;p21"/>
          <p:cNvSpPr txBox="1"/>
          <p:nvPr>
            <p:ph idx="12" type="sldNum"/>
          </p:nvPr>
        </p:nvSpPr>
        <p:spPr>
          <a:xfrm>
            <a:off x="9828211" y="6400800"/>
            <a:ext cx="838201" cy="276228"/>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100" u="none" cap="none" strike="noStrike">
                <a:solidFill>
                  <a:schemeClr val="lt1"/>
                </a:solidFill>
                <a:latin typeface="Corbel"/>
                <a:ea typeface="Corbel"/>
                <a:cs typeface="Corbel"/>
                <a:sym typeface="Corbel"/>
              </a:defRPr>
            </a:lvl1pPr>
            <a:lvl2pPr indent="0" lvl="1" marL="0" marR="0" rtl="0" algn="r">
              <a:spcBef>
                <a:spcPts val="0"/>
              </a:spcBef>
              <a:buNone/>
              <a:defRPr b="0" i="0" sz="1100" u="none" cap="none" strike="noStrike">
                <a:solidFill>
                  <a:schemeClr val="lt1"/>
                </a:solidFill>
                <a:latin typeface="Corbel"/>
                <a:ea typeface="Corbel"/>
                <a:cs typeface="Corbel"/>
                <a:sym typeface="Corbel"/>
              </a:defRPr>
            </a:lvl2pPr>
            <a:lvl3pPr indent="0" lvl="2" marL="0" marR="0" rtl="0" algn="r">
              <a:spcBef>
                <a:spcPts val="0"/>
              </a:spcBef>
              <a:buNone/>
              <a:defRPr b="0" i="0" sz="1100" u="none" cap="none" strike="noStrike">
                <a:solidFill>
                  <a:schemeClr val="lt1"/>
                </a:solidFill>
                <a:latin typeface="Corbel"/>
                <a:ea typeface="Corbel"/>
                <a:cs typeface="Corbel"/>
                <a:sym typeface="Corbel"/>
              </a:defRPr>
            </a:lvl3pPr>
            <a:lvl4pPr indent="0" lvl="3" marL="0" marR="0" rtl="0" algn="r">
              <a:spcBef>
                <a:spcPts val="0"/>
              </a:spcBef>
              <a:buNone/>
              <a:defRPr b="0" i="0" sz="1100" u="none" cap="none" strike="noStrike">
                <a:solidFill>
                  <a:schemeClr val="lt1"/>
                </a:solidFill>
                <a:latin typeface="Corbel"/>
                <a:ea typeface="Corbel"/>
                <a:cs typeface="Corbel"/>
                <a:sym typeface="Corbel"/>
              </a:defRPr>
            </a:lvl4pPr>
            <a:lvl5pPr indent="0" lvl="4" marL="0" marR="0" rtl="0" algn="r">
              <a:spcBef>
                <a:spcPts val="0"/>
              </a:spcBef>
              <a:buNone/>
              <a:defRPr b="0" i="0" sz="1100" u="none" cap="none" strike="noStrike">
                <a:solidFill>
                  <a:schemeClr val="lt1"/>
                </a:solidFill>
                <a:latin typeface="Corbel"/>
                <a:ea typeface="Corbel"/>
                <a:cs typeface="Corbel"/>
                <a:sym typeface="Corbel"/>
              </a:defRPr>
            </a:lvl5pPr>
            <a:lvl6pPr indent="0" lvl="5" marL="0" marR="0" rtl="0" algn="r">
              <a:spcBef>
                <a:spcPts val="0"/>
              </a:spcBef>
              <a:buNone/>
              <a:defRPr b="0" i="0" sz="1100" u="none" cap="none" strike="noStrike">
                <a:solidFill>
                  <a:schemeClr val="lt1"/>
                </a:solidFill>
                <a:latin typeface="Corbel"/>
                <a:ea typeface="Corbel"/>
                <a:cs typeface="Corbel"/>
                <a:sym typeface="Corbel"/>
              </a:defRPr>
            </a:lvl6pPr>
            <a:lvl7pPr indent="0" lvl="6" marL="0" marR="0" rtl="0" algn="r">
              <a:spcBef>
                <a:spcPts val="0"/>
              </a:spcBef>
              <a:buNone/>
              <a:defRPr b="0" i="0" sz="1100" u="none" cap="none" strike="noStrike">
                <a:solidFill>
                  <a:schemeClr val="lt1"/>
                </a:solidFill>
                <a:latin typeface="Corbel"/>
                <a:ea typeface="Corbel"/>
                <a:cs typeface="Corbel"/>
                <a:sym typeface="Corbel"/>
              </a:defRPr>
            </a:lvl7pPr>
            <a:lvl8pPr indent="0" lvl="7" marL="0" marR="0" rtl="0" algn="r">
              <a:spcBef>
                <a:spcPts val="0"/>
              </a:spcBef>
              <a:buNone/>
              <a:defRPr b="0" i="0" sz="1100" u="none" cap="none" strike="noStrike">
                <a:solidFill>
                  <a:schemeClr val="lt1"/>
                </a:solidFill>
                <a:latin typeface="Corbel"/>
                <a:ea typeface="Corbel"/>
                <a:cs typeface="Corbel"/>
                <a:sym typeface="Corbel"/>
              </a:defRPr>
            </a:lvl8pPr>
            <a:lvl9pPr indent="0" lvl="8" marL="0" marR="0" rtl="0" algn="r">
              <a:spcBef>
                <a:spcPts val="0"/>
              </a:spcBef>
              <a:buNone/>
              <a:defRPr b="0" i="0" sz="1100" u="none" cap="none" strike="noStrike">
                <a:solidFill>
                  <a:schemeClr val="lt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mc:AlternateContent>
    <mc:Choice Requires="p14">
      <p:transition spd="slow" p14:dur="700">
        <p:fade/>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3839">
          <p15:clr>
            <a:srgbClr val="F26B43"/>
          </p15:clr>
        </p15:guide>
        <p15:guide id="2" orient="horz" pos="216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19.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2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3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3.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32.png"/><Relationship Id="rId5" Type="http://schemas.openxmlformats.org/officeDocument/2006/relationships/image" Target="../media/image2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25.png"/><Relationship Id="rId4" Type="http://schemas.openxmlformats.org/officeDocument/2006/relationships/image" Target="../media/image4.png"/><Relationship Id="rId5" Type="http://schemas.openxmlformats.org/officeDocument/2006/relationships/image" Target="../media/image9.png"/><Relationship Id="rId6"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8.png"/><Relationship Id="rId4" Type="http://schemas.openxmlformats.org/officeDocument/2006/relationships/image" Target="../media/image12.png"/><Relationship Id="rId5" Type="http://schemas.openxmlformats.org/officeDocument/2006/relationships/image" Target="../media/image2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30.png"/><Relationship Id="rId4" Type="http://schemas.openxmlformats.org/officeDocument/2006/relationships/image" Target="../media/image27.png"/><Relationship Id="rId5" Type="http://schemas.openxmlformats.org/officeDocument/2006/relationships/image" Target="../media/image3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28.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9.xml"/><Relationship Id="rId3" Type="http://schemas.openxmlformats.org/officeDocument/2006/relationships/image" Target="../media/image33.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 Id="rId3" Type="http://schemas.openxmlformats.org/officeDocument/2006/relationships/image" Target="../media/image21.png"/><Relationship Id="rId4" Type="http://schemas.openxmlformats.org/officeDocument/2006/relationships/image" Target="../media/image26.png"/><Relationship Id="rId5"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
          <p:cNvSpPr txBox="1"/>
          <p:nvPr>
            <p:ph type="ctrTitle"/>
          </p:nvPr>
        </p:nvSpPr>
        <p:spPr>
          <a:xfrm>
            <a:off x="801825" y="1702581"/>
            <a:ext cx="8280920" cy="768044"/>
          </a:xfrm>
          <a:prstGeom prst="rect">
            <a:avLst/>
          </a:prstGeom>
          <a:noFill/>
          <a:ln>
            <a:noFill/>
          </a:ln>
        </p:spPr>
        <p:txBody>
          <a:bodyPr anchorCtr="0" anchor="b" bIns="45700" lIns="91425" spcFirstLastPara="1" rIns="91425" wrap="square" tIns="45700">
            <a:normAutofit/>
          </a:bodyPr>
          <a:lstStyle/>
          <a:p>
            <a:pPr indent="0" lvl="0" marL="0" rtl="0" algn="l">
              <a:lnSpc>
                <a:spcPct val="80000"/>
              </a:lnSpc>
              <a:spcBef>
                <a:spcPts val="0"/>
              </a:spcBef>
              <a:spcAft>
                <a:spcPts val="0"/>
              </a:spcAft>
              <a:buClr>
                <a:schemeClr val="lt1"/>
              </a:buClr>
              <a:buSzPts val="3600"/>
              <a:buFont typeface="Arial"/>
              <a:buNone/>
            </a:pPr>
            <a:r>
              <a:rPr lang="en-US" sz="3600">
                <a:latin typeface="Arial"/>
                <a:ea typeface="Arial"/>
                <a:cs typeface="Arial"/>
                <a:sym typeface="Arial"/>
              </a:rPr>
              <a:t>  </a:t>
            </a:r>
            <a:r>
              <a:rPr lang="en-US" sz="3600">
                <a:solidFill>
                  <a:srgbClr val="88BDFE"/>
                </a:solidFill>
                <a:latin typeface="Arial"/>
                <a:ea typeface="Arial"/>
                <a:cs typeface="Arial"/>
                <a:sym typeface="Arial"/>
              </a:rPr>
              <a:t>PASSWORD</a:t>
            </a:r>
            <a:r>
              <a:rPr lang="en-US" sz="3600">
                <a:latin typeface="Arial"/>
                <a:ea typeface="Arial"/>
                <a:cs typeface="Arial"/>
                <a:sym typeface="Arial"/>
              </a:rPr>
              <a:t> </a:t>
            </a:r>
            <a:r>
              <a:rPr lang="en-US" sz="3600">
                <a:solidFill>
                  <a:srgbClr val="88BDFE"/>
                </a:solidFill>
                <a:latin typeface="Arial"/>
                <a:ea typeface="Arial"/>
                <a:cs typeface="Arial"/>
                <a:sym typeface="Arial"/>
              </a:rPr>
              <a:t>GENERATOR</a:t>
            </a:r>
            <a:endParaRPr/>
          </a:p>
        </p:txBody>
      </p:sp>
      <p:pic>
        <p:nvPicPr>
          <p:cNvPr id="86" name="Google Shape;86;p1"/>
          <p:cNvPicPr preferRelativeResize="0"/>
          <p:nvPr/>
        </p:nvPicPr>
        <p:blipFill rotWithShape="1">
          <a:blip r:embed="rId3">
            <a:alphaModFix/>
          </a:blip>
          <a:srcRect b="0" l="0" r="0" t="0"/>
          <a:stretch/>
        </p:blipFill>
        <p:spPr>
          <a:xfrm>
            <a:off x="4595" y="3071918"/>
            <a:ext cx="5374741" cy="3312368"/>
          </a:xfrm>
          <a:prstGeom prst="rect">
            <a:avLst/>
          </a:prstGeom>
          <a:noFill/>
          <a:ln>
            <a:noFill/>
          </a:ln>
        </p:spPr>
      </p:pic>
      <p:grpSp>
        <p:nvGrpSpPr>
          <p:cNvPr id="87" name="Google Shape;87;p1"/>
          <p:cNvGrpSpPr/>
          <p:nvPr/>
        </p:nvGrpSpPr>
        <p:grpSpPr>
          <a:xfrm>
            <a:off x="7915701" y="-758010"/>
            <a:ext cx="4243987" cy="3699307"/>
            <a:chOff x="2924293" y="127356"/>
            <a:chExt cx="2925445" cy="2870994"/>
          </a:xfrm>
        </p:grpSpPr>
        <p:sp>
          <p:nvSpPr>
            <p:cNvPr id="88" name="Google Shape;88;p1"/>
            <p:cNvSpPr/>
            <p:nvPr/>
          </p:nvSpPr>
          <p:spPr>
            <a:xfrm>
              <a:off x="2924293" y="1296567"/>
              <a:ext cx="1701777" cy="1701783"/>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89" name="Google Shape;89;p1"/>
            <p:cNvSpPr/>
            <p:nvPr/>
          </p:nvSpPr>
          <p:spPr>
            <a:xfrm>
              <a:off x="3776763" y="127356"/>
              <a:ext cx="2072975" cy="2367570"/>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grpSp>
      <p:sp>
        <p:nvSpPr>
          <p:cNvPr id="90" name="Google Shape;90;p1"/>
          <p:cNvSpPr txBox="1"/>
          <p:nvPr/>
        </p:nvSpPr>
        <p:spPr>
          <a:xfrm>
            <a:off x="5720367" y="4849397"/>
            <a:ext cx="5846700" cy="16623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400">
                <a:solidFill>
                  <a:schemeClr val="lt1"/>
                </a:solidFill>
                <a:latin typeface="Arial"/>
                <a:ea typeface="Arial"/>
                <a:cs typeface="Arial"/>
                <a:sym typeface="Arial"/>
              </a:rPr>
              <a:t>TEAM DETAILS</a:t>
            </a:r>
            <a:endParaRPr/>
          </a:p>
          <a:p>
            <a:pPr indent="0" lvl="0" marL="0" marR="0" rtl="0" algn="r">
              <a:spcBef>
                <a:spcPts val="0"/>
              </a:spcBef>
              <a:spcAft>
                <a:spcPts val="0"/>
              </a:spcAft>
              <a:buNone/>
            </a:pPr>
            <a:r>
              <a:t/>
            </a:r>
            <a:endParaRPr sz="1400">
              <a:solidFill>
                <a:schemeClr val="lt1"/>
              </a:solidFill>
              <a:latin typeface="Arial"/>
              <a:ea typeface="Arial"/>
              <a:cs typeface="Arial"/>
              <a:sym typeface="Arial"/>
            </a:endParaRPr>
          </a:p>
          <a:p>
            <a:pPr indent="0" lvl="0" marL="0" marR="0" rtl="0" algn="r">
              <a:spcBef>
                <a:spcPts val="0"/>
              </a:spcBef>
              <a:spcAft>
                <a:spcPts val="0"/>
              </a:spcAft>
              <a:buNone/>
            </a:pPr>
            <a:r>
              <a:rPr lang="en-US" sz="1400">
                <a:solidFill>
                  <a:schemeClr val="lt1"/>
                </a:solidFill>
                <a:latin typeface="Arial"/>
                <a:ea typeface="Arial"/>
                <a:cs typeface="Arial"/>
                <a:sym typeface="Arial"/>
              </a:rPr>
              <a:t>POOJASHREE DH        SRN: PES1UG23ME015</a:t>
            </a:r>
            <a:endParaRPr/>
          </a:p>
          <a:p>
            <a:pPr indent="0" lvl="0" marL="0" marR="0" rtl="0" algn="ctr">
              <a:spcBef>
                <a:spcPts val="0"/>
              </a:spcBef>
              <a:spcAft>
                <a:spcPts val="0"/>
              </a:spcAft>
              <a:buNone/>
            </a:pPr>
            <a:r>
              <a:rPr lang="en-US">
                <a:solidFill>
                  <a:schemeClr val="lt1"/>
                </a:solidFill>
              </a:rPr>
              <a:t>                                 </a:t>
            </a:r>
            <a:r>
              <a:rPr lang="en-US">
                <a:solidFill>
                  <a:schemeClr val="lt1"/>
                </a:solidFill>
              </a:rPr>
              <a:t>TARUN </a:t>
            </a:r>
            <a:r>
              <a:rPr lang="en-US" sz="1400">
                <a:solidFill>
                  <a:schemeClr val="lt1"/>
                </a:solidFill>
                <a:latin typeface="Arial"/>
                <a:ea typeface="Arial"/>
                <a:cs typeface="Arial"/>
                <a:sym typeface="Arial"/>
              </a:rPr>
              <a:t> </a:t>
            </a:r>
            <a:r>
              <a:rPr lang="en-US">
                <a:solidFill>
                  <a:schemeClr val="lt1"/>
                </a:solidFill>
              </a:rPr>
              <a:t>S</a:t>
            </a:r>
            <a:r>
              <a:rPr lang="en-US" sz="1400">
                <a:solidFill>
                  <a:schemeClr val="lt1"/>
                </a:solidFill>
                <a:latin typeface="Arial"/>
                <a:ea typeface="Arial"/>
                <a:cs typeface="Arial"/>
                <a:sym typeface="Arial"/>
              </a:rPr>
              <a:t>                    SRN: PES1UG23EC327</a:t>
            </a:r>
            <a:endParaRPr/>
          </a:p>
          <a:p>
            <a:pPr indent="0" lvl="0" marL="0" marR="0" rtl="0" algn="r">
              <a:spcBef>
                <a:spcPts val="0"/>
              </a:spcBef>
              <a:spcAft>
                <a:spcPts val="0"/>
              </a:spcAft>
              <a:buNone/>
            </a:pPr>
            <a:r>
              <a:rPr lang="en-US" sz="1400">
                <a:solidFill>
                  <a:schemeClr val="lt1"/>
                </a:solidFill>
                <a:latin typeface="Arial"/>
                <a:ea typeface="Arial"/>
                <a:cs typeface="Arial"/>
                <a:sym typeface="Arial"/>
              </a:rPr>
              <a:t>NIKHIL SAMTANI         SRN: PES1UG23EC204</a:t>
            </a:r>
            <a:endParaRPr/>
          </a:p>
          <a:p>
            <a:pPr indent="0" lvl="0" marL="0" marR="0" rtl="0" algn="r">
              <a:spcBef>
                <a:spcPts val="0"/>
              </a:spcBef>
              <a:spcAft>
                <a:spcPts val="0"/>
              </a:spcAft>
              <a:buNone/>
            </a:pPr>
            <a:r>
              <a:rPr lang="en-US" sz="1400">
                <a:solidFill>
                  <a:schemeClr val="lt1"/>
                </a:solidFill>
                <a:latin typeface="Arial"/>
                <a:ea typeface="Arial"/>
                <a:cs typeface="Arial"/>
                <a:sym typeface="Arial"/>
              </a:rPr>
              <a:t>SANJANA SHENOY      SRN: PES1UG23AM270</a:t>
            </a:r>
            <a:endParaRPr sz="1400">
              <a:solidFill>
                <a:schemeClr val="lt1"/>
              </a:solidFill>
              <a:latin typeface="Arial"/>
              <a:ea typeface="Arial"/>
              <a:cs typeface="Arial"/>
              <a:sym typeface="Arial"/>
            </a:endParaRPr>
          </a:p>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91" name="Google Shape;91;p1"/>
          <p:cNvSpPr txBox="1"/>
          <p:nvPr/>
        </p:nvSpPr>
        <p:spPr>
          <a:xfrm>
            <a:off x="3358108" y="2582462"/>
            <a:ext cx="2592288"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lt1"/>
                </a:solidFill>
                <a:latin typeface="Corbel"/>
                <a:ea typeface="Corbel"/>
                <a:cs typeface="Corbel"/>
                <a:sym typeface="Corbel"/>
              </a:rPr>
              <a:t>SEMESTER  I</a:t>
            </a:r>
            <a:endParaRPr/>
          </a:p>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92" name="Google Shape;92;p1"/>
          <p:cNvSpPr txBox="1"/>
          <p:nvPr/>
        </p:nvSpPr>
        <p:spPr>
          <a:xfrm>
            <a:off x="1209600" y="629409"/>
            <a:ext cx="5596789" cy="120032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lt1"/>
                </a:solidFill>
                <a:latin typeface="Play"/>
                <a:ea typeface="Play"/>
                <a:cs typeface="Play"/>
                <a:sym typeface="Play"/>
              </a:rPr>
              <a:t>Subject: Python for Computational Problem Solving(PCPS)</a:t>
            </a:r>
            <a:endParaRPr/>
          </a:p>
          <a:p>
            <a:pPr indent="0" lvl="0" marL="0" marR="0" rtl="0" algn="ctr">
              <a:spcBef>
                <a:spcPts val="0"/>
              </a:spcBef>
              <a:spcAft>
                <a:spcPts val="0"/>
              </a:spcAft>
              <a:buNone/>
            </a:pPr>
            <a:r>
              <a:rPr lang="en-US" sz="1800">
                <a:solidFill>
                  <a:schemeClr val="lt1"/>
                </a:solidFill>
                <a:latin typeface="Play"/>
                <a:ea typeface="Play"/>
                <a:cs typeface="Play"/>
                <a:sym typeface="Play"/>
              </a:rPr>
              <a:t>Subject code: UE23CS151A</a:t>
            </a:r>
            <a:endParaRPr/>
          </a:p>
          <a:p>
            <a:pPr indent="0" lvl="0" marL="0" marR="0" rtl="0" algn="ctr">
              <a:spcBef>
                <a:spcPts val="0"/>
              </a:spcBef>
              <a:spcAft>
                <a:spcPts val="0"/>
              </a:spcAft>
              <a:buNone/>
            </a:pPr>
            <a:r>
              <a:t/>
            </a:r>
            <a:endParaRPr sz="1800">
              <a:solidFill>
                <a:schemeClr val="lt1"/>
              </a:solidFill>
              <a:latin typeface="Play"/>
              <a:ea typeface="Play"/>
              <a:cs typeface="Play"/>
              <a:sym typeface="Play"/>
            </a:endParaRPr>
          </a:p>
          <a:p>
            <a:pPr indent="0" lvl="0" marL="0" marR="0" rtl="0" algn="ctr">
              <a:spcBef>
                <a:spcPts val="0"/>
              </a:spcBef>
              <a:spcAft>
                <a:spcPts val="0"/>
              </a:spcAft>
              <a:buNone/>
            </a:pPr>
            <a:r>
              <a:rPr lang="en-US" sz="1800">
                <a:solidFill>
                  <a:schemeClr val="lt1"/>
                </a:solidFill>
                <a:latin typeface="Play"/>
                <a:ea typeface="Play"/>
                <a:cs typeface="Play"/>
                <a:sym typeface="Play"/>
              </a:rPr>
              <a:t>MINI PROJECT</a:t>
            </a:r>
            <a:endParaRPr sz="1800">
              <a:solidFill>
                <a:schemeClr val="lt1"/>
              </a:solidFill>
              <a:latin typeface="Play"/>
              <a:ea typeface="Play"/>
              <a:cs typeface="Play"/>
              <a:sym typeface="Play"/>
            </a:endParaRPr>
          </a:p>
        </p:txBody>
      </p:sp>
      <p:sp>
        <p:nvSpPr>
          <p:cNvPr id="93" name="Google Shape;93;p1"/>
          <p:cNvSpPr txBox="1"/>
          <p:nvPr/>
        </p:nvSpPr>
        <p:spPr>
          <a:xfrm>
            <a:off x="5717931" y="3554274"/>
            <a:ext cx="4320480" cy="1477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lt1"/>
                </a:solidFill>
                <a:latin typeface="Corbel"/>
                <a:ea typeface="Corbel"/>
                <a:cs typeface="Corbel"/>
                <a:sym typeface="Corbel"/>
              </a:rPr>
              <a:t>Under the guidance of,</a:t>
            </a:r>
            <a:endParaRPr/>
          </a:p>
          <a:p>
            <a:pPr indent="0" lvl="0" marL="0" marR="0" rtl="0" algn="l">
              <a:spcBef>
                <a:spcPts val="0"/>
              </a:spcBef>
              <a:spcAft>
                <a:spcPts val="0"/>
              </a:spcAft>
              <a:buNone/>
            </a:pPr>
            <a:r>
              <a:rPr lang="en-US" sz="1800">
                <a:solidFill>
                  <a:schemeClr val="lt1"/>
                </a:solidFill>
                <a:latin typeface="Corbel"/>
                <a:ea typeface="Corbel"/>
                <a:cs typeface="Corbel"/>
                <a:sym typeface="Corbel"/>
              </a:rPr>
              <a:t>Divyashree N</a:t>
            </a:r>
            <a:endParaRPr/>
          </a:p>
          <a:p>
            <a:pPr indent="0" lvl="0" marL="0" marR="0" rtl="0" algn="l">
              <a:spcBef>
                <a:spcPts val="0"/>
              </a:spcBef>
              <a:spcAft>
                <a:spcPts val="0"/>
              </a:spcAft>
              <a:buNone/>
            </a:pPr>
            <a:r>
              <a:rPr lang="en-US" sz="1800">
                <a:solidFill>
                  <a:schemeClr val="lt1"/>
                </a:solidFill>
                <a:latin typeface="Corbel"/>
                <a:ea typeface="Corbel"/>
                <a:cs typeface="Corbel"/>
                <a:sym typeface="Corbel"/>
              </a:rPr>
              <a:t>Dept of CSE</a:t>
            </a:r>
            <a:endParaRPr/>
          </a:p>
          <a:p>
            <a:pPr indent="0" lvl="0" marL="0" marR="0" rtl="0" algn="l">
              <a:spcBef>
                <a:spcPts val="0"/>
              </a:spcBef>
              <a:spcAft>
                <a:spcPts val="0"/>
              </a:spcAft>
              <a:buNone/>
            </a:pPr>
            <a:r>
              <a:rPr lang="en-US" sz="1800">
                <a:solidFill>
                  <a:schemeClr val="lt1"/>
                </a:solidFill>
                <a:latin typeface="Corbel"/>
                <a:ea typeface="Corbel"/>
                <a:cs typeface="Corbel"/>
                <a:sym typeface="Corbel"/>
              </a:rPr>
              <a:t>PES University  </a:t>
            </a:r>
            <a:endParaRPr/>
          </a:p>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Tree>
  </p:cSld>
  <p:clrMapOvr>
    <a:masterClrMapping/>
  </p:clrMapOvr>
  <mc:AlternateContent>
    <mc:Choice Requires="p14">
      <p:transition spd="slow" p14:dur="1600">
        <p14:gallery dir="l"/>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
          <p:cNvSpPr txBox="1"/>
          <p:nvPr>
            <p:ph type="title"/>
          </p:nvPr>
        </p:nvSpPr>
        <p:spPr>
          <a:xfrm>
            <a:off x="316952" y="-227513"/>
            <a:ext cx="9418241" cy="2105588"/>
          </a:xfrm>
          <a:prstGeom prst="rect">
            <a:avLst/>
          </a:prstGeom>
          <a:noFill/>
          <a:ln>
            <a:noFill/>
          </a:ln>
        </p:spPr>
        <p:txBody>
          <a:bodyPr anchorCtr="0" anchor="b" bIns="45700" lIns="91425" spcFirstLastPara="1" rIns="91425" wrap="square" tIns="45700">
            <a:normAutofit/>
          </a:bodyPr>
          <a:lstStyle/>
          <a:p>
            <a:pPr indent="0" lvl="0" marL="0" rtl="0" algn="l">
              <a:lnSpc>
                <a:spcPct val="80000"/>
              </a:lnSpc>
              <a:spcBef>
                <a:spcPts val="0"/>
              </a:spcBef>
              <a:spcAft>
                <a:spcPts val="0"/>
              </a:spcAft>
              <a:buClr>
                <a:srgbClr val="88BDFE"/>
              </a:buClr>
              <a:buSzPts val="6000"/>
              <a:buFont typeface="Arial"/>
              <a:buNone/>
            </a:pPr>
            <a:r>
              <a:rPr lang="en-US" sz="6000">
                <a:solidFill>
                  <a:srgbClr val="88BDFE"/>
                </a:solidFill>
                <a:latin typeface="Arial"/>
                <a:ea typeface="Arial"/>
                <a:cs typeface="Arial"/>
                <a:sym typeface="Arial"/>
              </a:rPr>
              <a:t>INTRODUCTION</a:t>
            </a:r>
            <a:endParaRPr/>
          </a:p>
        </p:txBody>
      </p:sp>
      <p:sp>
        <p:nvSpPr>
          <p:cNvPr id="99" name="Google Shape;99;p2"/>
          <p:cNvSpPr txBox="1"/>
          <p:nvPr>
            <p:ph idx="1" type="body"/>
          </p:nvPr>
        </p:nvSpPr>
        <p:spPr>
          <a:xfrm>
            <a:off x="477788" y="2276872"/>
            <a:ext cx="8144177" cy="2437611"/>
          </a:xfrm>
          <a:prstGeom prst="rect">
            <a:avLst/>
          </a:prstGeom>
          <a:noFill/>
          <a:ln>
            <a:noFill/>
          </a:ln>
        </p:spPr>
        <p:txBody>
          <a:bodyPr anchorCtr="0" anchor="t" bIns="45700" lIns="91425" spcFirstLastPara="1" rIns="91425" wrap="square" tIns="45700">
            <a:noAutofit/>
          </a:bodyPr>
          <a:lstStyle/>
          <a:p>
            <a:pPr indent="109854" lvl="0" marL="12700" marR="5080" rtl="0" algn="l">
              <a:lnSpc>
                <a:spcPct val="101499"/>
              </a:lnSpc>
              <a:spcBef>
                <a:spcPts val="0"/>
              </a:spcBef>
              <a:spcAft>
                <a:spcPts val="0"/>
              </a:spcAft>
              <a:buSzPts val="2000"/>
              <a:buNone/>
            </a:pPr>
            <a:r>
              <a:rPr lang="en-US">
                <a:solidFill>
                  <a:srgbClr val="FFFFFF"/>
                </a:solidFill>
              </a:rPr>
              <a:t>IN THIS PRESENTATION, WE WILL DISCUSS  </a:t>
            </a:r>
            <a:r>
              <a:rPr i="1" lang="en-US">
                <a:solidFill>
                  <a:srgbClr val="FFFFFF"/>
                </a:solidFill>
              </a:rPr>
              <a:t>PYTHON-BASED PASSWORD GENERATION  </a:t>
            </a:r>
            <a:r>
              <a:rPr lang="en-US">
                <a:solidFill>
                  <a:srgbClr val="FFFFFF"/>
                </a:solidFill>
              </a:rPr>
              <a:t>AND ITS ROLE IN </a:t>
            </a:r>
            <a:r>
              <a:rPr lang="en-US"/>
              <a:t>ENHANCING SECURITY</a:t>
            </a:r>
            <a:r>
              <a:rPr lang="en-US">
                <a:solidFill>
                  <a:srgbClr val="FFFFFF"/>
                </a:solidFill>
              </a:rPr>
              <a:t>. WE  WILL EXPLORE THE PRINCIPLES OF SECURE  PASSWORD GENERATION AND THE  ADVANTAGES OF USING PYTHON FOR THIS</a:t>
            </a:r>
            <a:endParaRPr/>
          </a:p>
          <a:p>
            <a:pPr indent="0" lvl="0" marL="0" marR="5715" rtl="0" algn="l">
              <a:lnSpc>
                <a:spcPct val="100000"/>
              </a:lnSpc>
              <a:spcBef>
                <a:spcPts val="10"/>
              </a:spcBef>
              <a:spcAft>
                <a:spcPts val="0"/>
              </a:spcAft>
              <a:buSzPts val="2000"/>
              <a:buNone/>
            </a:pPr>
            <a:r>
              <a:rPr lang="en-US">
                <a:solidFill>
                  <a:srgbClr val="FFFFFF"/>
                </a:solidFill>
              </a:rPr>
              <a:t>PURPOSE.</a:t>
            </a:r>
            <a:endParaRPr/>
          </a:p>
          <a:p>
            <a:pPr indent="0" lvl="0" marL="0" rtl="0" algn="l">
              <a:lnSpc>
                <a:spcPct val="90000"/>
              </a:lnSpc>
              <a:spcBef>
                <a:spcPts val="0"/>
              </a:spcBef>
              <a:spcAft>
                <a:spcPts val="0"/>
              </a:spcAft>
              <a:buSzPts val="2000"/>
              <a:buNone/>
            </a:pPr>
            <a:r>
              <a:t/>
            </a:r>
            <a:endParaRPr/>
          </a:p>
        </p:txBody>
      </p:sp>
      <p:sp>
        <p:nvSpPr>
          <p:cNvPr id="100" name="Google Shape;100;p2"/>
          <p:cNvSpPr/>
          <p:nvPr/>
        </p:nvSpPr>
        <p:spPr>
          <a:xfrm>
            <a:off x="8621965" y="1693318"/>
            <a:ext cx="3312368" cy="3256383"/>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grpSp>
        <p:nvGrpSpPr>
          <p:cNvPr id="101" name="Google Shape;101;p2"/>
          <p:cNvGrpSpPr/>
          <p:nvPr/>
        </p:nvGrpSpPr>
        <p:grpSpPr>
          <a:xfrm>
            <a:off x="0" y="3733801"/>
            <a:ext cx="2349996" cy="3124904"/>
            <a:chOff x="1512" y="1298544"/>
            <a:chExt cx="1475740" cy="1989903"/>
          </a:xfrm>
        </p:grpSpPr>
        <p:sp>
          <p:nvSpPr>
            <p:cNvPr id="102" name="Google Shape;102;p2"/>
            <p:cNvSpPr/>
            <p:nvPr/>
          </p:nvSpPr>
          <p:spPr>
            <a:xfrm>
              <a:off x="1512" y="2174022"/>
              <a:ext cx="1475740" cy="1114425"/>
            </a:xfrm>
            <a:custGeom>
              <a:rect b="b" l="l" r="r" t="t"/>
              <a:pathLst>
                <a:path extrusionOk="0" h="1114425" w="1475740">
                  <a:moveTo>
                    <a:pt x="445032" y="0"/>
                  </a:moveTo>
                  <a:lnTo>
                    <a:pt x="0" y="444856"/>
                  </a:lnTo>
                  <a:lnTo>
                    <a:pt x="0" y="1113924"/>
                  </a:lnTo>
                  <a:lnTo>
                    <a:pt x="1391791" y="1113924"/>
                  </a:lnTo>
                  <a:lnTo>
                    <a:pt x="1475551" y="1030125"/>
                  </a:lnTo>
                  <a:lnTo>
                    <a:pt x="445032" y="0"/>
                  </a:lnTo>
                  <a:close/>
                </a:path>
              </a:pathLst>
            </a:custGeom>
            <a:solidFill>
              <a:srgbClr val="484C6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103" name="Google Shape;103;p2"/>
            <p:cNvSpPr/>
            <p:nvPr/>
          </p:nvSpPr>
          <p:spPr>
            <a:xfrm>
              <a:off x="1512" y="1298544"/>
              <a:ext cx="615950" cy="1231265"/>
            </a:xfrm>
            <a:custGeom>
              <a:rect b="b" l="l" r="r" t="t"/>
              <a:pathLst>
                <a:path extrusionOk="0" h="1231264" w="615950">
                  <a:moveTo>
                    <a:pt x="0" y="0"/>
                  </a:moveTo>
                  <a:lnTo>
                    <a:pt x="0" y="1231134"/>
                  </a:lnTo>
                  <a:lnTo>
                    <a:pt x="615564" y="615562"/>
                  </a:lnTo>
                  <a:lnTo>
                    <a:pt x="0" y="0"/>
                  </a:lnTo>
                  <a:close/>
                </a:path>
              </a:pathLst>
            </a:custGeom>
            <a:solidFill>
              <a:srgbClr val="6FB0DA"/>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grpSp>
      <p:grpSp>
        <p:nvGrpSpPr>
          <p:cNvPr id="104" name="Google Shape;104;p2"/>
          <p:cNvGrpSpPr/>
          <p:nvPr/>
        </p:nvGrpSpPr>
        <p:grpSpPr>
          <a:xfrm>
            <a:off x="8614692" y="162556"/>
            <a:ext cx="3574752" cy="2446253"/>
            <a:chOff x="3411077" y="12"/>
            <a:chExt cx="2436282" cy="1732869"/>
          </a:xfrm>
        </p:grpSpPr>
        <p:sp>
          <p:nvSpPr>
            <p:cNvPr id="105" name="Google Shape;105;p2"/>
            <p:cNvSpPr/>
            <p:nvPr/>
          </p:nvSpPr>
          <p:spPr>
            <a:xfrm>
              <a:off x="3582949" y="12"/>
              <a:ext cx="2264410" cy="1628139"/>
            </a:xfrm>
            <a:custGeom>
              <a:rect b="b" l="l" r="r" t="t"/>
              <a:pathLst>
                <a:path extrusionOk="0" h="1628139" w="2264410">
                  <a:moveTo>
                    <a:pt x="939330" y="1012659"/>
                  </a:moveTo>
                  <a:lnTo>
                    <a:pt x="555586" y="628129"/>
                  </a:lnTo>
                  <a:lnTo>
                    <a:pt x="0" y="1183741"/>
                  </a:lnTo>
                  <a:lnTo>
                    <a:pt x="383717" y="1568259"/>
                  </a:lnTo>
                  <a:lnTo>
                    <a:pt x="939330" y="1012659"/>
                  </a:lnTo>
                  <a:close/>
                </a:path>
                <a:path extrusionOk="0" h="1628139" w="2264410">
                  <a:moveTo>
                    <a:pt x="2263787" y="178587"/>
                  </a:moveTo>
                  <a:lnTo>
                    <a:pt x="2085200" y="0"/>
                  </a:lnTo>
                  <a:lnTo>
                    <a:pt x="1219022" y="0"/>
                  </a:lnTo>
                  <a:lnTo>
                    <a:pt x="621576" y="597433"/>
                  </a:lnTo>
                  <a:lnTo>
                    <a:pt x="1652104" y="1627962"/>
                  </a:lnTo>
                  <a:lnTo>
                    <a:pt x="2263787" y="1016292"/>
                  </a:lnTo>
                  <a:lnTo>
                    <a:pt x="2263787" y="178587"/>
                  </a:lnTo>
                  <a:close/>
                </a:path>
              </a:pathLst>
            </a:custGeom>
            <a:solidFill>
              <a:srgbClr val="6FB0DA"/>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106" name="Google Shape;106;p2"/>
            <p:cNvSpPr/>
            <p:nvPr/>
          </p:nvSpPr>
          <p:spPr>
            <a:xfrm>
              <a:off x="3411077" y="457056"/>
              <a:ext cx="758190" cy="758190"/>
            </a:xfrm>
            <a:custGeom>
              <a:rect b="b" l="l" r="r" t="t"/>
              <a:pathLst>
                <a:path extrusionOk="0" h="758190" w="758189">
                  <a:moveTo>
                    <a:pt x="555589" y="0"/>
                  </a:moveTo>
                  <a:lnTo>
                    <a:pt x="0" y="555604"/>
                  </a:lnTo>
                  <a:lnTo>
                    <a:pt x="202265" y="757857"/>
                  </a:lnTo>
                  <a:lnTo>
                    <a:pt x="757854" y="201454"/>
                  </a:lnTo>
                  <a:lnTo>
                    <a:pt x="555589" y="0"/>
                  </a:lnTo>
                  <a:close/>
                </a:path>
              </a:pathLst>
            </a:custGeom>
            <a:solidFill>
              <a:srgbClr val="484C6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107" name="Google Shape;107;p2"/>
            <p:cNvSpPr/>
            <p:nvPr/>
          </p:nvSpPr>
          <p:spPr>
            <a:xfrm>
              <a:off x="5286451" y="1110581"/>
              <a:ext cx="560705" cy="622300"/>
            </a:xfrm>
            <a:custGeom>
              <a:rect b="b" l="l" r="r" t="t"/>
              <a:pathLst>
                <a:path extrusionOk="0" h="622300" w="560704">
                  <a:moveTo>
                    <a:pt x="560295" y="0"/>
                  </a:moveTo>
                  <a:lnTo>
                    <a:pt x="0" y="559793"/>
                  </a:lnTo>
                  <a:lnTo>
                    <a:pt x="62240" y="622039"/>
                  </a:lnTo>
                  <a:lnTo>
                    <a:pt x="560295" y="123539"/>
                  </a:lnTo>
                  <a:lnTo>
                    <a:pt x="560295" y="0"/>
                  </a:lnTo>
                  <a:close/>
                </a:path>
              </a:pathLst>
            </a:custGeom>
            <a:solidFill>
              <a:srgbClr val="6FB0DA"/>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grpSp>
    </p:spTree>
  </p:cSld>
  <p:clrMapOvr>
    <a:masterClrMapping/>
  </p:clrMapOvr>
  <mc:AlternateContent>
    <mc:Choice Requires="p14">
      <p:transition spd="slow" p14:dur="7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3"/>
          <p:cNvSpPr txBox="1"/>
          <p:nvPr>
            <p:ph type="title"/>
          </p:nvPr>
        </p:nvSpPr>
        <p:spPr>
          <a:xfrm>
            <a:off x="1065213" y="1196752"/>
            <a:ext cx="9709719" cy="720080"/>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80000"/>
              </a:lnSpc>
              <a:spcBef>
                <a:spcPts val="0"/>
              </a:spcBef>
              <a:spcAft>
                <a:spcPts val="0"/>
              </a:spcAft>
              <a:buClr>
                <a:schemeClr val="lt1"/>
              </a:buClr>
              <a:buSzPct val="100000"/>
              <a:buFont typeface="Corbel"/>
              <a:buNone/>
            </a:pPr>
            <a:r>
              <a:rPr lang="en-US" sz="3600"/>
              <a:t>TEAM ROLES AND RESPONSIBILITIES</a:t>
            </a:r>
            <a:br>
              <a:rPr lang="en-US"/>
            </a:br>
            <a:endParaRPr/>
          </a:p>
        </p:txBody>
      </p:sp>
      <p:sp>
        <p:nvSpPr>
          <p:cNvPr id="113" name="Google Shape;113;p3"/>
          <p:cNvSpPr txBox="1"/>
          <p:nvPr>
            <p:ph idx="1" type="body"/>
          </p:nvPr>
        </p:nvSpPr>
        <p:spPr>
          <a:xfrm>
            <a:off x="1065213" y="1556792"/>
            <a:ext cx="10501807" cy="4463009"/>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90000"/>
              </a:lnSpc>
              <a:spcBef>
                <a:spcPts val="0"/>
              </a:spcBef>
              <a:spcAft>
                <a:spcPts val="0"/>
              </a:spcAft>
              <a:buSzPts val="2000"/>
              <a:buNone/>
            </a:pPr>
            <a:r>
              <a:rPr lang="en-US">
                <a:solidFill>
                  <a:srgbClr val="99DCFE"/>
                </a:solidFill>
                <a:latin typeface="Algerian"/>
                <a:ea typeface="Algerian"/>
                <a:cs typeface="Algerian"/>
                <a:sym typeface="Algerian"/>
              </a:rPr>
              <a:t>TARUN</a:t>
            </a:r>
            <a:endParaRPr/>
          </a:p>
          <a:p>
            <a:pPr indent="0" lvl="0" marL="0" rtl="0" algn="l">
              <a:lnSpc>
                <a:spcPct val="90000"/>
              </a:lnSpc>
              <a:spcBef>
                <a:spcPts val="0"/>
              </a:spcBef>
              <a:spcAft>
                <a:spcPts val="0"/>
              </a:spcAft>
              <a:buSzPts val="2000"/>
              <a:buNone/>
            </a:pPr>
            <a:r>
              <a:t/>
            </a:r>
            <a:endParaRPr/>
          </a:p>
          <a:p>
            <a:pPr indent="0" lvl="0" marL="0" rtl="0" algn="l">
              <a:lnSpc>
                <a:spcPct val="90000"/>
              </a:lnSpc>
              <a:spcBef>
                <a:spcPts val="0"/>
              </a:spcBef>
              <a:spcAft>
                <a:spcPts val="0"/>
              </a:spcAft>
              <a:buSzPts val="2000"/>
              <a:buNone/>
            </a:pPr>
            <a:r>
              <a:rPr lang="en-US">
                <a:latin typeface="Arial"/>
                <a:ea typeface="Arial"/>
                <a:cs typeface="Arial"/>
                <a:sym typeface="Arial"/>
              </a:rPr>
              <a:t>AS THE LEAD CODER AND PROGRAMMER, PLAYED A PIVOTAL ROLE IN THE PROJECT. WITH A KEEN UNDERSTANDING OF CODING INTRICACIES AND PROGRAMMING PYTHON, TARUN TOOK CHARGE OF DEVELOPING THE ADVANCED PASSWORD GENERATOR ALGORITHM. HIS LEADERSHIP ENSURED THE IMPLEMENTATION OF A SECURE AND EFFICIENT SYSTEM, CONTRIBUTING SIGNIFICANTLY TO THE PROJECT'S CORE FUNCTIONALITY.</a:t>
            </a:r>
            <a:endParaRPr/>
          </a:p>
          <a:p>
            <a:pPr indent="0" lvl="0" marL="0" rtl="0" algn="l">
              <a:lnSpc>
                <a:spcPct val="90000"/>
              </a:lnSpc>
              <a:spcBef>
                <a:spcPts val="0"/>
              </a:spcBef>
              <a:spcAft>
                <a:spcPts val="0"/>
              </a:spcAft>
              <a:buSzPts val="2000"/>
              <a:buNone/>
            </a:pPr>
            <a:r>
              <a:t/>
            </a:r>
            <a:endParaRPr/>
          </a:p>
          <a:p>
            <a:pPr indent="0" lvl="0" marL="0" rtl="0" algn="l">
              <a:lnSpc>
                <a:spcPct val="90000"/>
              </a:lnSpc>
              <a:spcBef>
                <a:spcPts val="0"/>
              </a:spcBef>
              <a:spcAft>
                <a:spcPts val="0"/>
              </a:spcAft>
              <a:buSzPts val="2000"/>
              <a:buNone/>
            </a:pPr>
            <a:r>
              <a:t/>
            </a:r>
            <a:endParaRPr/>
          </a:p>
          <a:p>
            <a:pPr indent="0" lvl="0" marL="0" rtl="0" algn="l">
              <a:lnSpc>
                <a:spcPct val="90000"/>
              </a:lnSpc>
              <a:spcBef>
                <a:spcPts val="0"/>
              </a:spcBef>
              <a:spcAft>
                <a:spcPts val="0"/>
              </a:spcAft>
              <a:buSzPts val="2000"/>
              <a:buNone/>
            </a:pPr>
            <a:r>
              <a:t/>
            </a:r>
            <a:endParaRPr/>
          </a:p>
          <a:p>
            <a:pPr indent="0" lvl="0" marL="0" rtl="0" algn="l">
              <a:lnSpc>
                <a:spcPct val="90000"/>
              </a:lnSpc>
              <a:spcBef>
                <a:spcPts val="0"/>
              </a:spcBef>
              <a:spcAft>
                <a:spcPts val="0"/>
              </a:spcAft>
              <a:buSzPts val="2000"/>
              <a:buNone/>
            </a:pPr>
            <a:r>
              <a:rPr lang="en-US">
                <a:solidFill>
                  <a:srgbClr val="99DCFE"/>
                </a:solidFill>
                <a:latin typeface="Algerian"/>
                <a:ea typeface="Algerian"/>
                <a:cs typeface="Algerian"/>
                <a:sym typeface="Algerian"/>
              </a:rPr>
              <a:t>NIKHIL</a:t>
            </a:r>
            <a:endParaRPr/>
          </a:p>
          <a:p>
            <a:pPr indent="0" lvl="0" marL="0" rtl="0" algn="l">
              <a:lnSpc>
                <a:spcPct val="90000"/>
              </a:lnSpc>
              <a:spcBef>
                <a:spcPts val="0"/>
              </a:spcBef>
              <a:spcAft>
                <a:spcPts val="0"/>
              </a:spcAft>
              <a:buSzPts val="2000"/>
              <a:buNone/>
            </a:pPr>
            <a:r>
              <a:t/>
            </a:r>
            <a:endParaRPr>
              <a:latin typeface="Algerian"/>
              <a:ea typeface="Algerian"/>
              <a:cs typeface="Algerian"/>
              <a:sym typeface="Algerian"/>
            </a:endParaRPr>
          </a:p>
          <a:p>
            <a:pPr indent="0" lvl="0" marL="0" rtl="0" algn="l">
              <a:lnSpc>
                <a:spcPct val="90000"/>
              </a:lnSpc>
              <a:spcBef>
                <a:spcPts val="0"/>
              </a:spcBef>
              <a:spcAft>
                <a:spcPts val="0"/>
              </a:spcAft>
              <a:buSzPts val="2000"/>
              <a:buNone/>
            </a:pPr>
            <a:r>
              <a:rPr lang="en-US">
                <a:latin typeface="Arial"/>
                <a:ea typeface="Arial"/>
                <a:cs typeface="Arial"/>
                <a:sym typeface="Arial"/>
              </a:rPr>
              <a:t>WITH A FOCUS ON DATA MANAGEMENT AND PRESENTATION SKILLS, TOOK CHARGE OF DRAFTING AND ACCUMULATING THE NECESSARY DATA FOR THE FINAL PRESENTATION. HIS METICULOUS APPROACH TO DATA ORGANISATION AND ANALYSIS CONTRIBUTED TO THE PROJECT'S CREDIBILITY AND PROVIDED A COMPREHENSIVE OVERVIEW OF THE TEAM'S JOURNEY.</a:t>
            </a:r>
            <a:endParaRPr/>
          </a:p>
          <a:p>
            <a:pPr indent="0" lvl="0" marL="0" rtl="0" algn="l">
              <a:lnSpc>
                <a:spcPct val="90000"/>
              </a:lnSpc>
              <a:spcBef>
                <a:spcPts val="0"/>
              </a:spcBef>
              <a:spcAft>
                <a:spcPts val="0"/>
              </a:spcAft>
              <a:buSzPts val="2000"/>
              <a:buNone/>
            </a:pPr>
            <a:r>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4"/>
          <p:cNvSpPr txBox="1"/>
          <p:nvPr>
            <p:ph idx="1" type="body"/>
          </p:nvPr>
        </p:nvSpPr>
        <p:spPr>
          <a:xfrm>
            <a:off x="765820" y="1124744"/>
            <a:ext cx="10657184" cy="431899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2000"/>
              <a:buNone/>
            </a:pPr>
            <a:r>
              <a:rPr lang="en-US">
                <a:solidFill>
                  <a:srgbClr val="99DCFE"/>
                </a:solidFill>
                <a:latin typeface="Algerian"/>
                <a:ea typeface="Algerian"/>
                <a:cs typeface="Algerian"/>
                <a:sym typeface="Algerian"/>
              </a:rPr>
              <a:t>SANJANA</a:t>
            </a:r>
            <a:endParaRPr/>
          </a:p>
          <a:p>
            <a:pPr indent="0" lvl="0" marL="0" rtl="0" algn="l">
              <a:lnSpc>
                <a:spcPct val="90000"/>
              </a:lnSpc>
              <a:spcBef>
                <a:spcPts val="0"/>
              </a:spcBef>
              <a:spcAft>
                <a:spcPts val="0"/>
              </a:spcAft>
              <a:buSzPts val="2000"/>
              <a:buNone/>
            </a:pPr>
            <a:r>
              <a:t/>
            </a:r>
            <a:endParaRPr/>
          </a:p>
          <a:p>
            <a:pPr indent="0" lvl="0" marL="0" rtl="0" algn="l">
              <a:lnSpc>
                <a:spcPct val="90000"/>
              </a:lnSpc>
              <a:spcBef>
                <a:spcPts val="0"/>
              </a:spcBef>
              <a:spcAft>
                <a:spcPts val="0"/>
              </a:spcAft>
              <a:buSzPts val="2000"/>
              <a:buNone/>
            </a:pPr>
            <a:r>
              <a:rPr i="0" lang="en-US">
                <a:solidFill>
                  <a:srgbClr val="00A7FF"/>
                </a:solidFill>
                <a:latin typeface="Arial"/>
                <a:ea typeface="Arial"/>
                <a:cs typeface="Arial"/>
                <a:sym typeface="Arial"/>
              </a:rPr>
              <a:t>SHE PLAYED A PIVOTAL ROLE BY ASSISTING IN CODING DURING THE INITIAL AND FINAL STAGES OF ALGORITHM. HER COLLABORATIVE EFFORTS WERE INSTRUMENTAL IN OVERCOMING CODING CHALLENGES AND ENSURING A COHESIVE AND WELL-EXECUTED IMPLEMENTATION.</a:t>
            </a:r>
            <a:endParaRPr/>
          </a:p>
          <a:p>
            <a:pPr indent="0" lvl="0" marL="0" rtl="0" algn="l">
              <a:lnSpc>
                <a:spcPct val="90000"/>
              </a:lnSpc>
              <a:spcBef>
                <a:spcPts val="0"/>
              </a:spcBef>
              <a:spcAft>
                <a:spcPts val="0"/>
              </a:spcAft>
              <a:buSzPts val="2000"/>
              <a:buNone/>
            </a:pPr>
            <a:r>
              <a:t/>
            </a:r>
            <a:endParaRPr b="1">
              <a:solidFill>
                <a:srgbClr val="6189B4"/>
              </a:solidFill>
            </a:endParaRPr>
          </a:p>
          <a:p>
            <a:pPr indent="0" lvl="0" marL="0" rtl="0" algn="l">
              <a:lnSpc>
                <a:spcPct val="90000"/>
              </a:lnSpc>
              <a:spcBef>
                <a:spcPts val="0"/>
              </a:spcBef>
              <a:spcAft>
                <a:spcPts val="0"/>
              </a:spcAft>
              <a:buSzPts val="2000"/>
              <a:buNone/>
            </a:pPr>
            <a:r>
              <a:t/>
            </a:r>
            <a:endParaRPr b="1">
              <a:solidFill>
                <a:srgbClr val="6189B4"/>
              </a:solidFill>
            </a:endParaRPr>
          </a:p>
          <a:p>
            <a:pPr indent="0" lvl="0" marL="0" rtl="0" algn="l">
              <a:lnSpc>
                <a:spcPct val="90000"/>
              </a:lnSpc>
              <a:spcBef>
                <a:spcPts val="0"/>
              </a:spcBef>
              <a:spcAft>
                <a:spcPts val="0"/>
              </a:spcAft>
              <a:buSzPts val="2000"/>
              <a:buNone/>
            </a:pPr>
            <a:r>
              <a:rPr lang="en-US">
                <a:solidFill>
                  <a:srgbClr val="99DCFE"/>
                </a:solidFill>
                <a:latin typeface="Algerian"/>
                <a:ea typeface="Algerian"/>
                <a:cs typeface="Algerian"/>
                <a:sym typeface="Algerian"/>
              </a:rPr>
              <a:t>POOJASHREE</a:t>
            </a:r>
            <a:endParaRPr/>
          </a:p>
          <a:p>
            <a:pPr indent="0" lvl="0" marL="0" rtl="0" algn="l">
              <a:lnSpc>
                <a:spcPct val="90000"/>
              </a:lnSpc>
              <a:spcBef>
                <a:spcPts val="0"/>
              </a:spcBef>
              <a:spcAft>
                <a:spcPts val="0"/>
              </a:spcAft>
              <a:buSzPts val="2000"/>
              <a:buNone/>
            </a:pPr>
            <a:r>
              <a:t/>
            </a:r>
            <a:endParaRPr b="1">
              <a:solidFill>
                <a:srgbClr val="6189B4"/>
              </a:solidFill>
            </a:endParaRPr>
          </a:p>
          <a:p>
            <a:pPr indent="0" lvl="0" marL="0" rtl="0" algn="l">
              <a:lnSpc>
                <a:spcPct val="90000"/>
              </a:lnSpc>
              <a:spcBef>
                <a:spcPts val="0"/>
              </a:spcBef>
              <a:spcAft>
                <a:spcPts val="0"/>
              </a:spcAft>
              <a:buSzPts val="2000"/>
              <a:buNone/>
            </a:pPr>
            <a:r>
              <a:rPr i="0" lang="en-US">
                <a:solidFill>
                  <a:srgbClr val="00A7FF"/>
                </a:solidFill>
                <a:latin typeface="Arial"/>
                <a:ea typeface="Arial"/>
                <a:cs typeface="Arial"/>
                <a:sym typeface="Arial"/>
              </a:rPr>
              <a:t>TOOK LEADERSHIP IN THE INITIAL PHASES OF THE PROJECT BY TAKING THE LEAD IN CRAFTING THE PRESENTATION. HER ABILITY TO COMMUNICATE COMPLEX TECHNICAL DETAILS IN A CLEAR AND ACCESSIBLE MANNER LAID THE FOUNDATION FOR EFFECTIVE TEAM COMMUNICATION. </a:t>
            </a:r>
            <a:endParaRPr>
              <a:solidFill>
                <a:srgbClr val="00A7FF"/>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5"/>
          <p:cNvSpPr txBox="1"/>
          <p:nvPr>
            <p:ph type="title"/>
          </p:nvPr>
        </p:nvSpPr>
        <p:spPr>
          <a:xfrm>
            <a:off x="909836" y="1052736"/>
            <a:ext cx="9721080" cy="648072"/>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80000"/>
              </a:lnSpc>
              <a:spcBef>
                <a:spcPts val="0"/>
              </a:spcBef>
              <a:spcAft>
                <a:spcPts val="0"/>
              </a:spcAft>
              <a:buClr>
                <a:schemeClr val="lt1"/>
              </a:buClr>
              <a:buSzPct val="100000"/>
              <a:buFont typeface="Corbel"/>
              <a:buNone/>
            </a:pPr>
            <a:r>
              <a:rPr lang="en-US"/>
              <a:t>PROBLEM  STATEMENT</a:t>
            </a:r>
            <a:br>
              <a:rPr lang="en-US"/>
            </a:br>
            <a:endParaRPr/>
          </a:p>
        </p:txBody>
      </p:sp>
      <p:sp>
        <p:nvSpPr>
          <p:cNvPr id="124" name="Google Shape;124;p5"/>
          <p:cNvSpPr txBox="1"/>
          <p:nvPr>
            <p:ph idx="1" type="body"/>
          </p:nvPr>
        </p:nvSpPr>
        <p:spPr>
          <a:xfrm>
            <a:off x="1065213" y="1700808"/>
            <a:ext cx="8485583" cy="431899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2000"/>
              <a:buNone/>
            </a:pPr>
            <a:r>
              <a:rPr lang="en-US"/>
              <a:t>OUR AIM IN THIS PROJECT IS TO ENGINEER AN INNOVATIVE PASSWORD GENERATOR SYSTEM THAT SEAMLESSLY INTEGRATES ADVANCED SECURITY FEATURES WITH USER-CENTRIC DESIGN PRINCIPLES.</a:t>
            </a:r>
            <a:endParaRPr/>
          </a:p>
          <a:p>
            <a:pPr indent="0" lvl="0" marL="0" rtl="0" algn="l">
              <a:lnSpc>
                <a:spcPct val="90000"/>
              </a:lnSpc>
              <a:spcBef>
                <a:spcPts val="0"/>
              </a:spcBef>
              <a:spcAft>
                <a:spcPts val="0"/>
              </a:spcAft>
              <a:buSzPts val="2000"/>
              <a:buNone/>
            </a:pPr>
            <a:r>
              <a:t/>
            </a:r>
            <a:endParaRPr/>
          </a:p>
          <a:p>
            <a:pPr indent="0" lvl="0" marL="0" rtl="0" algn="l">
              <a:lnSpc>
                <a:spcPct val="90000"/>
              </a:lnSpc>
              <a:spcBef>
                <a:spcPts val="0"/>
              </a:spcBef>
              <a:spcAft>
                <a:spcPts val="0"/>
              </a:spcAft>
              <a:buSzPts val="2000"/>
              <a:buNone/>
            </a:pPr>
            <a:r>
              <a:rPr lang="en-US"/>
              <a:t> BY PRIORITIZING BOTH ROBUST PROTECTION AGAINST CONTEMPORARY CYBER THREATS AND USER-FRIENDLY ASPECTS, WE SEEK TO REDEFINE THE LANDSCAPE OF PASSWORD GENERATION</a:t>
            </a:r>
            <a:endParaRPr/>
          </a:p>
          <a:p>
            <a:pPr indent="0" lvl="0" marL="0" rtl="0" algn="l">
              <a:lnSpc>
                <a:spcPct val="90000"/>
              </a:lnSpc>
              <a:spcBef>
                <a:spcPts val="0"/>
              </a:spcBef>
              <a:spcAft>
                <a:spcPts val="0"/>
              </a:spcAft>
              <a:buSzPts val="2000"/>
              <a:buNone/>
            </a:pPr>
            <a:r>
              <a:t/>
            </a:r>
            <a:endParaRPr/>
          </a:p>
          <a:p>
            <a:pPr indent="0" lvl="0" marL="0" rtl="0" algn="l">
              <a:lnSpc>
                <a:spcPct val="90000"/>
              </a:lnSpc>
              <a:spcBef>
                <a:spcPts val="0"/>
              </a:spcBef>
              <a:spcAft>
                <a:spcPts val="0"/>
              </a:spcAft>
              <a:buSzPts val="2000"/>
              <a:buNone/>
            </a:pPr>
            <a:r>
              <a:rPr lang="en-US"/>
              <a:t>THIS ENDEAVOR PROVIDES INDIVIDUALS WITH A SOPHISTICATED SOLUTION THAT NOT ONLY PRODUCES HIGHLY SECURE PASSWORDS BUT ALSO ALIGNS WITH USER PREFERENCES AND ULTIMATELY ELEVATING THE OVERALL CYBERSECURITY POSTURE</a:t>
            </a:r>
            <a:endParaRPr/>
          </a:p>
          <a:p>
            <a:pPr indent="0" lvl="0" marL="0" rtl="0" algn="l">
              <a:lnSpc>
                <a:spcPct val="90000"/>
              </a:lnSpc>
              <a:spcBef>
                <a:spcPts val="0"/>
              </a:spcBef>
              <a:spcAft>
                <a:spcPts val="0"/>
              </a:spcAft>
              <a:buSzPts val="2000"/>
              <a:buNone/>
            </a:pPr>
            <a:r>
              <a:t/>
            </a:r>
            <a:endParaRPr/>
          </a:p>
          <a:p>
            <a:pPr indent="0" lvl="0" marL="0" rtl="0" algn="l">
              <a:lnSpc>
                <a:spcPct val="90000"/>
              </a:lnSpc>
              <a:spcBef>
                <a:spcPts val="0"/>
              </a:spcBef>
              <a:spcAft>
                <a:spcPts val="0"/>
              </a:spcAft>
              <a:buSzPts val="2000"/>
              <a:buNone/>
            </a:pPr>
            <a:r>
              <a:t/>
            </a:r>
            <a:endParaRPr/>
          </a:p>
          <a:p>
            <a:pPr indent="0" lvl="0" marL="0" rtl="0" algn="l">
              <a:lnSpc>
                <a:spcPct val="90000"/>
              </a:lnSpc>
              <a:spcBef>
                <a:spcPts val="0"/>
              </a:spcBef>
              <a:spcAft>
                <a:spcPts val="0"/>
              </a:spcAft>
              <a:buSzPts val="2000"/>
              <a:buNone/>
            </a:pPr>
            <a:r>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6"/>
          <p:cNvSpPr txBox="1"/>
          <p:nvPr>
            <p:ph type="title"/>
          </p:nvPr>
        </p:nvSpPr>
        <p:spPr>
          <a:xfrm>
            <a:off x="-32923" y="258540"/>
            <a:ext cx="10666414" cy="938211"/>
          </a:xfrm>
          <a:prstGeom prst="rect">
            <a:avLst/>
          </a:prstGeom>
          <a:noFill/>
          <a:ln>
            <a:noFill/>
          </a:ln>
        </p:spPr>
        <p:txBody>
          <a:bodyPr anchorCtr="0" anchor="b" bIns="45700" lIns="91425" spcFirstLastPara="1" rIns="91425" wrap="square" tIns="45700">
            <a:normAutofit fontScale="90000"/>
          </a:bodyPr>
          <a:lstStyle/>
          <a:p>
            <a:pPr indent="0" lvl="0" marL="0" rtl="0" algn="l">
              <a:lnSpc>
                <a:spcPct val="90000"/>
              </a:lnSpc>
              <a:spcBef>
                <a:spcPts val="0"/>
              </a:spcBef>
              <a:spcAft>
                <a:spcPts val="0"/>
              </a:spcAft>
              <a:buClr>
                <a:schemeClr val="lt1"/>
              </a:buClr>
              <a:buSzPct val="100000"/>
              <a:buFont typeface="Mulish"/>
              <a:buNone/>
            </a:pPr>
            <a:r>
              <a:rPr b="1" i="0" lang="en-US" sz="3600">
                <a:latin typeface="Mulish"/>
                <a:ea typeface="Mulish"/>
                <a:cs typeface="Mulish"/>
                <a:sym typeface="Mulish"/>
              </a:rPr>
              <a:t> </a:t>
            </a:r>
            <a:r>
              <a:rPr b="1" i="0" lang="en-US" sz="3600">
                <a:solidFill>
                  <a:srgbClr val="88BDFE"/>
                </a:solidFill>
                <a:latin typeface="Mulish"/>
                <a:ea typeface="Mulish"/>
                <a:cs typeface="Mulish"/>
                <a:sym typeface="Mulish"/>
              </a:rPr>
              <a:t>Why should I use a password generator?</a:t>
            </a:r>
            <a:br>
              <a:rPr b="1" i="0" lang="en-US" sz="3600">
                <a:latin typeface="Mulish"/>
                <a:ea typeface="Mulish"/>
                <a:cs typeface="Mulish"/>
                <a:sym typeface="Mulish"/>
              </a:rPr>
            </a:br>
            <a:endParaRPr/>
          </a:p>
        </p:txBody>
      </p:sp>
      <p:sp>
        <p:nvSpPr>
          <p:cNvPr id="130" name="Google Shape;130;p6"/>
          <p:cNvSpPr txBox="1"/>
          <p:nvPr>
            <p:ph idx="1" type="body"/>
          </p:nvPr>
        </p:nvSpPr>
        <p:spPr>
          <a:xfrm>
            <a:off x="189756" y="548680"/>
            <a:ext cx="10801200" cy="6117704"/>
          </a:xfrm>
          <a:prstGeom prst="rect">
            <a:avLst/>
          </a:prstGeom>
          <a:noFill/>
          <a:ln>
            <a:noFill/>
          </a:ln>
        </p:spPr>
        <p:txBody>
          <a:bodyPr anchorCtr="0" anchor="t" bIns="45700" lIns="91425" spcFirstLastPara="1" rIns="91425" wrap="square" tIns="45700">
            <a:normAutofit fontScale="92500" lnSpcReduction="10000"/>
          </a:bodyPr>
          <a:lstStyle/>
          <a:p>
            <a:pPr indent="0" lvl="0" marL="0" rtl="0" algn="l">
              <a:lnSpc>
                <a:spcPct val="90000"/>
              </a:lnSpc>
              <a:spcBef>
                <a:spcPts val="0"/>
              </a:spcBef>
              <a:spcAft>
                <a:spcPts val="0"/>
              </a:spcAft>
              <a:buSzPct val="100000"/>
              <a:buNone/>
            </a:pPr>
            <a:r>
              <a:t/>
            </a:r>
            <a:endParaRPr b="1" i="0" sz="3300">
              <a:latin typeface="Mulish"/>
              <a:ea typeface="Mulish"/>
              <a:cs typeface="Mulish"/>
              <a:sym typeface="Mulish"/>
            </a:endParaRPr>
          </a:p>
          <a:p>
            <a:pPr indent="0" lvl="0" marL="0" rtl="0" algn="l">
              <a:lnSpc>
                <a:spcPct val="90000"/>
              </a:lnSpc>
              <a:spcBef>
                <a:spcPts val="1800"/>
              </a:spcBef>
              <a:spcAft>
                <a:spcPts val="0"/>
              </a:spcAft>
              <a:buSzPct val="100000"/>
              <a:buNone/>
            </a:pPr>
            <a:r>
              <a:rPr b="0" i="0" lang="en-US"/>
              <a:t>The most common way for cybercriminals to hack accounts is guessing the password. They use programs that can try hundreds of passwords per second. Simple, common passwords are breached almost instantly</a:t>
            </a:r>
            <a:r>
              <a:rPr b="0" i="0" lang="en-US">
                <a:solidFill>
                  <a:srgbClr val="11313E"/>
                </a:solidFill>
              </a:rPr>
              <a:t>.</a:t>
            </a:r>
            <a:endParaRPr/>
          </a:p>
          <a:p>
            <a:pPr indent="0" lvl="0" marL="0" rtl="0" algn="l">
              <a:lnSpc>
                <a:spcPct val="90000"/>
              </a:lnSpc>
              <a:spcBef>
                <a:spcPts val="1800"/>
              </a:spcBef>
              <a:spcAft>
                <a:spcPts val="0"/>
              </a:spcAft>
              <a:buSzPct val="100000"/>
              <a:buNone/>
            </a:pPr>
            <a:r>
              <a:rPr b="0" i="0" lang="en-US"/>
              <a:t>When setting up a new account, whether for Facebook, a bank account, an online music service, or anything else, make it safe and protected from intruders. Bank and social media accounts prioritize keeping your private info out of reach from prying eyes. But any site that maintains sensitive information is a target for hacking.</a:t>
            </a:r>
            <a:r>
              <a:rPr b="0" lang="en-US"/>
              <a:t> </a:t>
            </a:r>
            <a:r>
              <a:rPr lang="en-US"/>
              <a:t>T</a:t>
            </a:r>
            <a:r>
              <a:rPr i="0" lang="en-US"/>
              <a:t>here is an average of 2,200 incidents daily, and the U.S. is the most highly targeted country. Fraud cases are up 70% since 2020. Anyone can be a potential victim, and people are </a:t>
            </a:r>
            <a:r>
              <a:rPr b="0" i="0" lang="en-US"/>
              <a:t>paying more attention to how they manage their data</a:t>
            </a:r>
            <a:endParaRPr b="1" i="0"/>
          </a:p>
          <a:p>
            <a:pPr indent="0" lvl="0" marL="0" rtl="0" algn="l">
              <a:lnSpc>
                <a:spcPct val="90000"/>
              </a:lnSpc>
              <a:spcBef>
                <a:spcPts val="1800"/>
              </a:spcBef>
              <a:spcAft>
                <a:spcPts val="0"/>
              </a:spcAft>
              <a:buSzPct val="100000"/>
              <a:buNone/>
            </a:pPr>
            <a:r>
              <a:rPr b="0" i="0" lang="en-US" sz="2400"/>
              <a:t>Many of these hackers use brute force attacks to crack the code on your username and password. Reports indicate that successful data breaches were due to weak or stolen passwords the majority of the time. The lesson here is that a stronger password and better security measures would have saved a lot of people a great deal of grief.</a:t>
            </a:r>
            <a:endParaRPr/>
          </a:p>
          <a:p>
            <a:pPr indent="0" lvl="0" marL="0" rtl="0" algn="l">
              <a:lnSpc>
                <a:spcPct val="90000"/>
              </a:lnSpc>
              <a:spcBef>
                <a:spcPts val="1800"/>
              </a:spcBef>
              <a:spcAft>
                <a:spcPts val="0"/>
              </a:spcAft>
              <a:buSzPct val="100000"/>
              <a:buNone/>
            </a:pPr>
            <a:r>
              <a:rPr i="0" lang="en-US" sz="2400"/>
              <a:t>Creating a strong password  an essential element in safeguarding valuable information and privacy. The difference between a weak password and a strong one can stop an intrusion into your most personal and sensitive accounts and give a hacker free reign with your data.</a:t>
            </a:r>
            <a:endParaRPr/>
          </a:p>
          <a:p>
            <a:pPr indent="0" lvl="0" marL="0" rtl="0" algn="l">
              <a:lnSpc>
                <a:spcPct val="90000"/>
              </a:lnSpc>
              <a:spcBef>
                <a:spcPts val="1800"/>
              </a:spcBef>
              <a:spcAft>
                <a:spcPts val="0"/>
              </a:spcAft>
              <a:buSzPct val="100000"/>
              <a:buNone/>
            </a:pPr>
            <a:r>
              <a:t/>
            </a:r>
            <a:endParaRPr i="0" sz="2400"/>
          </a:p>
          <a:p>
            <a:pPr indent="0" lvl="0" marL="0" rtl="0" algn="l">
              <a:lnSpc>
                <a:spcPct val="90000"/>
              </a:lnSpc>
              <a:spcBef>
                <a:spcPts val="1800"/>
              </a:spcBef>
              <a:spcAft>
                <a:spcPts val="0"/>
              </a:spcAft>
              <a:buSzPct val="100000"/>
              <a:buNone/>
            </a:pPr>
            <a:r>
              <a:t/>
            </a:r>
            <a:endParaRPr b="0" i="0" sz="2400"/>
          </a:p>
          <a:p>
            <a:pPr indent="-82868" lvl="0" marL="223838" rtl="0" algn="l">
              <a:lnSpc>
                <a:spcPct val="90000"/>
              </a:lnSpc>
              <a:spcBef>
                <a:spcPts val="1800"/>
              </a:spcBef>
              <a:spcAft>
                <a:spcPts val="0"/>
              </a:spcAft>
              <a:buSzPct val="100000"/>
              <a:buNone/>
            </a:pPr>
            <a:r>
              <a:t/>
            </a:r>
            <a:endParaRPr/>
          </a:p>
          <a:p>
            <a:pPr indent="0" lvl="0" marL="0" rtl="0" algn="l">
              <a:lnSpc>
                <a:spcPct val="90000"/>
              </a:lnSpc>
              <a:spcBef>
                <a:spcPts val="1800"/>
              </a:spcBef>
              <a:spcAft>
                <a:spcPts val="0"/>
              </a:spcAft>
              <a:buSzPct val="100000"/>
              <a:buNone/>
            </a:pPr>
            <a:r>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7"/>
          <p:cNvSpPr txBox="1"/>
          <p:nvPr>
            <p:ph idx="1" type="body"/>
          </p:nvPr>
        </p:nvSpPr>
        <p:spPr>
          <a:xfrm>
            <a:off x="139902" y="548680"/>
            <a:ext cx="10467049" cy="6048671"/>
          </a:xfrm>
          <a:prstGeom prst="rect">
            <a:avLst/>
          </a:prstGeom>
          <a:noFill/>
          <a:ln>
            <a:noFill/>
          </a:ln>
        </p:spPr>
        <p:txBody>
          <a:bodyPr anchorCtr="0" anchor="t" bIns="45700" lIns="91425" spcFirstLastPara="1" rIns="91425" wrap="square" tIns="45700">
            <a:normAutofit/>
          </a:bodyPr>
          <a:lstStyle/>
          <a:p>
            <a:pPr indent="-223838" lvl="0" marL="223838" rtl="0" algn="l">
              <a:lnSpc>
                <a:spcPct val="90000"/>
              </a:lnSpc>
              <a:spcBef>
                <a:spcPts val="0"/>
              </a:spcBef>
              <a:spcAft>
                <a:spcPts val="0"/>
              </a:spcAft>
              <a:buSzPts val="2000"/>
              <a:buChar char="•"/>
            </a:pPr>
            <a:r>
              <a:rPr b="1" lang="en-US" sz="2000"/>
              <a:t> </a:t>
            </a:r>
            <a:r>
              <a:rPr b="1" i="0" lang="en-US" sz="2800">
                <a:solidFill>
                  <a:srgbClr val="88BDFE"/>
                </a:solidFill>
              </a:rPr>
              <a:t>What Does Password Generator Mean</a:t>
            </a:r>
            <a:r>
              <a:rPr b="1" i="0" lang="en-US" sz="2800">
                <a:solidFill>
                  <a:srgbClr val="88BDFE"/>
                </a:solidFill>
                <a:latin typeface="Inter"/>
                <a:ea typeface="Inter"/>
                <a:cs typeface="Inter"/>
                <a:sym typeface="Inter"/>
              </a:rPr>
              <a:t>?</a:t>
            </a:r>
            <a:endParaRPr b="1" sz="2800">
              <a:solidFill>
                <a:srgbClr val="88BDFE"/>
              </a:solidFill>
            </a:endParaRPr>
          </a:p>
          <a:p>
            <a:pPr indent="-109538" lvl="0" marL="223838" rtl="0" algn="l">
              <a:lnSpc>
                <a:spcPct val="90000"/>
              </a:lnSpc>
              <a:spcBef>
                <a:spcPts val="1800"/>
              </a:spcBef>
              <a:spcAft>
                <a:spcPts val="0"/>
              </a:spcAft>
              <a:buSzPts val="1800"/>
              <a:buNone/>
            </a:pPr>
            <a:r>
              <a:t/>
            </a:r>
            <a:endParaRPr b="1" sz="1800"/>
          </a:p>
          <a:p>
            <a:pPr indent="-223838" lvl="0" marL="223838" rtl="0" algn="l">
              <a:lnSpc>
                <a:spcPct val="90000"/>
              </a:lnSpc>
              <a:spcBef>
                <a:spcPts val="1800"/>
              </a:spcBef>
              <a:spcAft>
                <a:spcPts val="0"/>
              </a:spcAft>
              <a:buSzPts val="1800"/>
              <a:buChar char="•"/>
            </a:pPr>
            <a:r>
              <a:rPr b="1" lang="en-US" sz="1800"/>
              <a:t> </a:t>
            </a:r>
            <a:r>
              <a:rPr b="0" i="0" lang="en-US" sz="1800"/>
              <a:t>A password generator creates random or customized passwords for users. It helps users create </a:t>
            </a:r>
            <a:r>
              <a:rPr b="0" i="0" lang="en-US" sz="1800" u="none" strike="noStrike"/>
              <a:t>strong passwords</a:t>
            </a:r>
            <a:r>
              <a:rPr b="0" i="0" lang="en-US" sz="1800"/>
              <a:t> that provide greater security for a given type of access.</a:t>
            </a:r>
            <a:endParaRPr/>
          </a:p>
          <a:p>
            <a:pPr indent="-223838" lvl="0" marL="223838" rtl="0" algn="l">
              <a:lnSpc>
                <a:spcPct val="90000"/>
              </a:lnSpc>
              <a:spcBef>
                <a:spcPts val="1800"/>
              </a:spcBef>
              <a:spcAft>
                <a:spcPts val="0"/>
              </a:spcAft>
              <a:buSzPts val="1800"/>
              <a:buChar char="•"/>
            </a:pPr>
            <a:r>
              <a:rPr b="0" i="0" lang="en-US" sz="1800"/>
              <a:t>Some password generators are simply random password generators. These programs produce complex/strong passwords with combinations of numbers, uppercase and lowercase letters, and special characters such as braces, asterisks, slashes, etc.</a:t>
            </a:r>
            <a:endParaRPr/>
          </a:p>
          <a:p>
            <a:pPr indent="-223838" lvl="0" marL="223838" rtl="0" algn="l">
              <a:lnSpc>
                <a:spcPct val="90000"/>
              </a:lnSpc>
              <a:spcBef>
                <a:spcPts val="1800"/>
              </a:spcBef>
              <a:spcAft>
                <a:spcPts val="0"/>
              </a:spcAft>
              <a:buSzPts val="1800"/>
              <a:buChar char="•"/>
            </a:pPr>
            <a:r>
              <a:rPr b="0" i="0" lang="en-US" sz="1800"/>
              <a:t>Password generators help those who have to constantly come up with new passwords to ensure </a:t>
            </a:r>
            <a:r>
              <a:rPr b="0" i="0" lang="en-US" sz="1800" u="none" strike="noStrike"/>
              <a:t>authorized</a:t>
            </a:r>
            <a:r>
              <a:rPr b="0" i="0" lang="en-US" sz="1800"/>
              <a:t> access to programs and to manage a large number of passwords for identity and access management. Other kinds of tools include </a:t>
            </a:r>
            <a:r>
              <a:rPr b="0" i="0" lang="en-US" sz="1800" u="none" strike="noStrike"/>
              <a:t>password managers</a:t>
            </a:r>
            <a:r>
              <a:rPr b="0" i="0" lang="en-US" sz="1800"/>
              <a:t>, or “password vaults”, where users manage large numbers of passwords in a secure location.</a:t>
            </a:r>
            <a:endParaRPr/>
          </a:p>
          <a:p>
            <a:pPr indent="-223838" lvl="0" marL="223838" rtl="0" algn="l">
              <a:lnSpc>
                <a:spcPct val="90000"/>
              </a:lnSpc>
              <a:spcBef>
                <a:spcPts val="1800"/>
              </a:spcBef>
              <a:spcAft>
                <a:spcPts val="0"/>
              </a:spcAft>
              <a:buSzPts val="1800"/>
              <a:buChar char="•"/>
            </a:pPr>
            <a:r>
              <a:rPr b="0" i="0" lang="en-US" sz="1800"/>
              <a:t>Password generators are designed not only to eliminate weak, vulnerable passwords, but also to help in complying with password policies and privacy standards.</a:t>
            </a:r>
            <a:endParaRPr sz="1800"/>
          </a:p>
          <a:p>
            <a:pPr indent="-223838" lvl="0" marL="223838" rtl="0" algn="l">
              <a:lnSpc>
                <a:spcPct val="90000"/>
              </a:lnSpc>
              <a:spcBef>
                <a:spcPts val="1800"/>
              </a:spcBef>
              <a:spcAft>
                <a:spcPts val="0"/>
              </a:spcAft>
              <a:buSzPts val="1800"/>
              <a:buChar char="•"/>
            </a:pPr>
            <a:r>
              <a:rPr b="0" i="0" lang="en-US" sz="1800"/>
              <a:t>Password generators are often used with a password management tool to help secure your online accounts.</a:t>
            </a:r>
            <a:endParaRPr/>
          </a:p>
          <a:p>
            <a:pPr indent="-122238" lvl="0" marL="223838" rtl="0" algn="l">
              <a:lnSpc>
                <a:spcPct val="90000"/>
              </a:lnSpc>
              <a:spcBef>
                <a:spcPts val="1800"/>
              </a:spcBef>
              <a:spcAft>
                <a:spcPts val="0"/>
              </a:spcAft>
              <a:buSzPts val="1600"/>
              <a:buNone/>
            </a:pPr>
            <a:r>
              <a:t/>
            </a:r>
            <a:endParaRPr b="0" i="0" sz="1600">
              <a:solidFill>
                <a:srgbClr val="4D5156"/>
              </a:solidFill>
            </a:endParaRPr>
          </a:p>
        </p:txBody>
      </p:sp>
      <p:sp>
        <p:nvSpPr>
          <p:cNvPr id="136" name="Google Shape;136;p7"/>
          <p:cNvSpPr/>
          <p:nvPr/>
        </p:nvSpPr>
        <p:spPr>
          <a:xfrm>
            <a:off x="10638868" y="-113575"/>
            <a:ext cx="2374404" cy="6494902"/>
          </a:xfrm>
          <a:custGeom>
            <a:rect b="b" l="l" r="r" t="t"/>
            <a:pathLst>
              <a:path extrusionOk="0" h="2906660" w="1927703">
                <a:moveTo>
                  <a:pt x="0" y="96799"/>
                </a:moveTo>
                <a:lnTo>
                  <a:pt x="1428719" y="0"/>
                </a:lnTo>
                <a:cubicBezTo>
                  <a:pt x="1806345" y="292971"/>
                  <a:pt x="1884777" y="1427020"/>
                  <a:pt x="1883320" y="1885629"/>
                </a:cubicBezTo>
                <a:cubicBezTo>
                  <a:pt x="1881863" y="2344238"/>
                  <a:pt x="2067556" y="2771005"/>
                  <a:pt x="1689930" y="2906660"/>
                </a:cubicBezTo>
                <a:lnTo>
                  <a:pt x="0" y="2668555"/>
                </a:lnTo>
                <a:lnTo>
                  <a:pt x="0" y="96799"/>
                </a:lnTo>
                <a:close/>
              </a:path>
            </a:pathLst>
          </a:cu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8"/>
          <p:cNvSpPr txBox="1"/>
          <p:nvPr>
            <p:ph type="title"/>
          </p:nvPr>
        </p:nvSpPr>
        <p:spPr>
          <a:xfrm>
            <a:off x="1" y="0"/>
            <a:ext cx="10666414" cy="1340768"/>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88BDFE"/>
              </a:buClr>
              <a:buSzPts val="2800"/>
              <a:buFont typeface="Corbel"/>
              <a:buNone/>
            </a:pPr>
            <a:r>
              <a:rPr b="1" i="0" lang="en-US" sz="2800">
                <a:solidFill>
                  <a:srgbClr val="88BDFE"/>
                </a:solidFill>
              </a:rPr>
              <a:t>What Makes a Great Password Generator?</a:t>
            </a:r>
            <a:br>
              <a:rPr b="1" i="0" lang="en-US" sz="2800">
                <a:solidFill>
                  <a:srgbClr val="11313E"/>
                </a:solidFill>
              </a:rPr>
            </a:br>
            <a:endParaRPr sz="2800"/>
          </a:p>
        </p:txBody>
      </p:sp>
      <p:sp>
        <p:nvSpPr>
          <p:cNvPr id="142" name="Google Shape;142;p8"/>
          <p:cNvSpPr txBox="1"/>
          <p:nvPr>
            <p:ph idx="1" type="body"/>
          </p:nvPr>
        </p:nvSpPr>
        <p:spPr>
          <a:xfrm>
            <a:off x="261765" y="1340768"/>
            <a:ext cx="7992888" cy="4679033"/>
          </a:xfrm>
          <a:prstGeom prst="rect">
            <a:avLst/>
          </a:prstGeom>
          <a:noFill/>
          <a:ln>
            <a:noFill/>
          </a:ln>
        </p:spPr>
        <p:txBody>
          <a:bodyPr anchorCtr="0" anchor="t" bIns="45700" lIns="91425" spcFirstLastPara="1" rIns="91425" wrap="square" tIns="45700">
            <a:normAutofit/>
          </a:bodyPr>
          <a:lstStyle/>
          <a:p>
            <a:pPr indent="-223838" lvl="0" marL="223838" rtl="0" algn="l">
              <a:lnSpc>
                <a:spcPct val="90000"/>
              </a:lnSpc>
              <a:spcBef>
                <a:spcPts val="0"/>
              </a:spcBef>
              <a:spcAft>
                <a:spcPts val="0"/>
              </a:spcAft>
              <a:buSzPts val="1800"/>
              <a:buChar char="•"/>
            </a:pPr>
            <a:r>
              <a:rPr b="0" i="0" lang="en-US" sz="1800"/>
              <a:t>A great password generator:</a:t>
            </a:r>
            <a:endParaRPr/>
          </a:p>
          <a:p>
            <a:pPr indent="-223838" lvl="0" marL="223838" rtl="0" algn="l">
              <a:lnSpc>
                <a:spcPct val="90000"/>
              </a:lnSpc>
              <a:spcBef>
                <a:spcPts val="1800"/>
              </a:spcBef>
              <a:spcAft>
                <a:spcPts val="0"/>
              </a:spcAft>
              <a:buSzPts val="1800"/>
              <a:buFont typeface="Arial"/>
              <a:buChar char="•"/>
            </a:pPr>
            <a:r>
              <a:rPr b="0" i="0" lang="en-US" sz="1800"/>
              <a:t>Creates secure passwords</a:t>
            </a:r>
            <a:endParaRPr/>
          </a:p>
          <a:p>
            <a:pPr indent="-223838" lvl="0" marL="223838" rtl="0" algn="l">
              <a:lnSpc>
                <a:spcPct val="90000"/>
              </a:lnSpc>
              <a:spcBef>
                <a:spcPts val="1800"/>
              </a:spcBef>
              <a:spcAft>
                <a:spcPts val="0"/>
              </a:spcAft>
              <a:buSzPts val="1800"/>
              <a:buFont typeface="Arial"/>
              <a:buChar char="•"/>
            </a:pPr>
            <a:r>
              <a:rPr b="0" i="0" lang="en-US" sz="1800"/>
              <a:t>Allows you to customize complexity and length</a:t>
            </a:r>
            <a:endParaRPr/>
          </a:p>
          <a:p>
            <a:pPr indent="-223838" lvl="0" marL="223838" rtl="0" algn="l">
              <a:lnSpc>
                <a:spcPct val="90000"/>
              </a:lnSpc>
              <a:spcBef>
                <a:spcPts val="1800"/>
              </a:spcBef>
              <a:spcAft>
                <a:spcPts val="0"/>
              </a:spcAft>
              <a:buSzPts val="1800"/>
              <a:buFont typeface="Arial"/>
              <a:buChar char="•"/>
            </a:pPr>
            <a:r>
              <a:rPr b="0" i="0" lang="en-US" sz="1800"/>
              <a:t>Tells you how secure your passwords are</a:t>
            </a:r>
            <a:endParaRPr/>
          </a:p>
          <a:p>
            <a:pPr indent="-223838" lvl="0" marL="223838" rtl="0" algn="l">
              <a:lnSpc>
                <a:spcPct val="90000"/>
              </a:lnSpc>
              <a:spcBef>
                <a:spcPts val="1800"/>
              </a:spcBef>
              <a:spcAft>
                <a:spcPts val="0"/>
              </a:spcAft>
              <a:buSzPts val="2000"/>
              <a:buFont typeface="Arial"/>
              <a:buChar char="•"/>
            </a:pPr>
            <a:r>
              <a:rPr b="0" i="0" lang="en-US" sz="2000"/>
              <a:t>You should use a password generator if</a:t>
            </a:r>
            <a:r>
              <a:rPr b="0" i="0" lang="en-US" sz="1800"/>
              <a:t>:</a:t>
            </a:r>
            <a:endParaRPr/>
          </a:p>
          <a:p>
            <a:pPr indent="-223838" lvl="0" marL="223838" rtl="0" algn="l">
              <a:lnSpc>
                <a:spcPct val="90000"/>
              </a:lnSpc>
              <a:spcBef>
                <a:spcPts val="1800"/>
              </a:spcBef>
              <a:spcAft>
                <a:spcPts val="0"/>
              </a:spcAft>
              <a:buSzPts val="1900"/>
              <a:buFont typeface="Arial"/>
              <a:buChar char="•"/>
            </a:pPr>
            <a:r>
              <a:rPr b="0" i="0" lang="en-US" sz="1900"/>
              <a:t>You are creating passwords for tens or hundreds of accounts</a:t>
            </a:r>
            <a:endParaRPr/>
          </a:p>
          <a:p>
            <a:pPr indent="-223838" lvl="0" marL="223838" rtl="0" algn="l">
              <a:lnSpc>
                <a:spcPct val="90000"/>
              </a:lnSpc>
              <a:spcBef>
                <a:spcPts val="1800"/>
              </a:spcBef>
              <a:spcAft>
                <a:spcPts val="0"/>
              </a:spcAft>
              <a:buSzPts val="1900"/>
              <a:buFont typeface="Arial"/>
              <a:buChar char="•"/>
            </a:pPr>
            <a:r>
              <a:rPr b="0" i="0" lang="en-US" sz="1900"/>
              <a:t>You are using a password manager with a built-in password generator</a:t>
            </a:r>
            <a:endParaRPr/>
          </a:p>
          <a:p>
            <a:pPr indent="-223838" lvl="0" marL="223838" rtl="0" algn="l">
              <a:lnSpc>
                <a:spcPct val="90000"/>
              </a:lnSpc>
              <a:spcBef>
                <a:spcPts val="1800"/>
              </a:spcBef>
              <a:spcAft>
                <a:spcPts val="0"/>
              </a:spcAft>
              <a:buSzPts val="1900"/>
              <a:buFont typeface="Arial"/>
              <a:buChar char="•"/>
            </a:pPr>
            <a:r>
              <a:rPr b="0" i="0" lang="en-US" sz="1900"/>
              <a:t>Security is of paramount concern, and you need 20+ character, complex passwords</a:t>
            </a:r>
            <a:endParaRPr/>
          </a:p>
          <a:p>
            <a:pPr indent="0" lvl="0" marL="0" rtl="0" algn="l">
              <a:lnSpc>
                <a:spcPct val="90000"/>
              </a:lnSpc>
              <a:spcBef>
                <a:spcPts val="1800"/>
              </a:spcBef>
              <a:spcAft>
                <a:spcPts val="0"/>
              </a:spcAft>
              <a:buSzPts val="2400"/>
              <a:buNone/>
            </a:pPr>
            <a:r>
              <a:t/>
            </a:r>
            <a:endParaRPr/>
          </a:p>
        </p:txBody>
      </p:sp>
      <p:sp>
        <p:nvSpPr>
          <p:cNvPr id="143" name="Google Shape;143;p8"/>
          <p:cNvSpPr/>
          <p:nvPr/>
        </p:nvSpPr>
        <p:spPr>
          <a:xfrm rot="2175397">
            <a:off x="8124906" y="2530673"/>
            <a:ext cx="4398742" cy="4733732"/>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grpSp>
        <p:nvGrpSpPr>
          <p:cNvPr id="144" name="Google Shape;144;p8"/>
          <p:cNvGrpSpPr/>
          <p:nvPr/>
        </p:nvGrpSpPr>
        <p:grpSpPr>
          <a:xfrm rot="551652">
            <a:off x="7485930" y="47211"/>
            <a:ext cx="4513268" cy="2587114"/>
            <a:chOff x="3364225" y="12"/>
            <a:chExt cx="2483134" cy="1732869"/>
          </a:xfrm>
        </p:grpSpPr>
        <p:sp>
          <p:nvSpPr>
            <p:cNvPr id="145" name="Google Shape;145;p8"/>
            <p:cNvSpPr/>
            <p:nvPr/>
          </p:nvSpPr>
          <p:spPr>
            <a:xfrm>
              <a:off x="3582949" y="12"/>
              <a:ext cx="2264410" cy="1628139"/>
            </a:xfrm>
            <a:custGeom>
              <a:rect b="b" l="l" r="r" t="t"/>
              <a:pathLst>
                <a:path extrusionOk="0" h="1628139" w="2264410">
                  <a:moveTo>
                    <a:pt x="939330" y="1012659"/>
                  </a:moveTo>
                  <a:lnTo>
                    <a:pt x="555586" y="628129"/>
                  </a:lnTo>
                  <a:lnTo>
                    <a:pt x="0" y="1183741"/>
                  </a:lnTo>
                  <a:lnTo>
                    <a:pt x="383717" y="1568259"/>
                  </a:lnTo>
                  <a:lnTo>
                    <a:pt x="939330" y="1012659"/>
                  </a:lnTo>
                  <a:close/>
                </a:path>
                <a:path extrusionOk="0" h="1628139" w="2264410">
                  <a:moveTo>
                    <a:pt x="2263787" y="178587"/>
                  </a:moveTo>
                  <a:lnTo>
                    <a:pt x="2085200" y="0"/>
                  </a:lnTo>
                  <a:lnTo>
                    <a:pt x="1219022" y="0"/>
                  </a:lnTo>
                  <a:lnTo>
                    <a:pt x="621576" y="597433"/>
                  </a:lnTo>
                  <a:lnTo>
                    <a:pt x="1652104" y="1627962"/>
                  </a:lnTo>
                  <a:lnTo>
                    <a:pt x="2263787" y="1016292"/>
                  </a:lnTo>
                  <a:lnTo>
                    <a:pt x="2263787" y="178587"/>
                  </a:lnTo>
                  <a:close/>
                </a:path>
              </a:pathLst>
            </a:custGeom>
            <a:solidFill>
              <a:srgbClr val="6FB0DA"/>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146" name="Google Shape;146;p8"/>
            <p:cNvSpPr/>
            <p:nvPr/>
          </p:nvSpPr>
          <p:spPr>
            <a:xfrm>
              <a:off x="3364225" y="363581"/>
              <a:ext cx="758190" cy="758190"/>
            </a:xfrm>
            <a:custGeom>
              <a:rect b="b" l="l" r="r" t="t"/>
              <a:pathLst>
                <a:path extrusionOk="0" h="758190" w="758189">
                  <a:moveTo>
                    <a:pt x="555589" y="0"/>
                  </a:moveTo>
                  <a:lnTo>
                    <a:pt x="0" y="555604"/>
                  </a:lnTo>
                  <a:lnTo>
                    <a:pt x="202265" y="757857"/>
                  </a:lnTo>
                  <a:lnTo>
                    <a:pt x="757854" y="201454"/>
                  </a:lnTo>
                  <a:lnTo>
                    <a:pt x="555589" y="0"/>
                  </a:lnTo>
                  <a:close/>
                </a:path>
              </a:pathLst>
            </a:custGeom>
            <a:solidFill>
              <a:srgbClr val="484C6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147" name="Google Shape;147;p8"/>
            <p:cNvSpPr/>
            <p:nvPr/>
          </p:nvSpPr>
          <p:spPr>
            <a:xfrm>
              <a:off x="5286451" y="1110581"/>
              <a:ext cx="560705" cy="622300"/>
            </a:xfrm>
            <a:custGeom>
              <a:rect b="b" l="l" r="r" t="t"/>
              <a:pathLst>
                <a:path extrusionOk="0" h="622300" w="560704">
                  <a:moveTo>
                    <a:pt x="560295" y="0"/>
                  </a:moveTo>
                  <a:lnTo>
                    <a:pt x="0" y="559793"/>
                  </a:lnTo>
                  <a:lnTo>
                    <a:pt x="62240" y="622039"/>
                  </a:lnTo>
                  <a:lnTo>
                    <a:pt x="560295" y="123539"/>
                  </a:lnTo>
                  <a:lnTo>
                    <a:pt x="560295" y="0"/>
                  </a:lnTo>
                  <a:close/>
                </a:path>
              </a:pathLst>
            </a:custGeom>
            <a:solidFill>
              <a:srgbClr val="6FB0DA"/>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grpSp>
    </p:spTree>
  </p:cSld>
  <p:clrMapOvr>
    <a:masterClrMapping/>
  </p:clrMapOvr>
  <mc:AlternateContent>
    <mc:Choice Requires="p14">
      <p:transition spd="slow" p14:dur="7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9"/>
          <p:cNvSpPr txBox="1"/>
          <p:nvPr>
            <p:ph idx="1" type="body"/>
          </p:nvPr>
        </p:nvSpPr>
        <p:spPr>
          <a:xfrm>
            <a:off x="261764" y="692696"/>
            <a:ext cx="6552728" cy="5327104"/>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2000"/>
              <a:buNone/>
            </a:pPr>
            <a:r>
              <a:rPr b="0" i="0" lang="en-US" sz="2000">
                <a:latin typeface="Century"/>
                <a:ea typeface="Century"/>
                <a:cs typeface="Century"/>
                <a:sym typeface="Century"/>
              </a:rPr>
              <a:t>The end users of password generators are anyone who wants to create a strong and secure password for their online accounts. This includes individuals, businesses, and organizations that want to protect their sensitive information from unauthorized access. Password generators are also useful for people who have multiple online accounts and want to avoid using the same password for all of them. By using a password generator, users can create unique and complex passwords for each of their accounts, which makes it more difficult for hackers to gain access to their information</a:t>
            </a:r>
            <a:r>
              <a:rPr b="0" i="0" lang="en-US" sz="2000">
                <a:latin typeface="Arial"/>
                <a:ea typeface="Arial"/>
                <a:cs typeface="Arial"/>
                <a:sym typeface="Arial"/>
              </a:rPr>
              <a:t>.</a:t>
            </a:r>
            <a:endParaRPr sz="2000"/>
          </a:p>
          <a:p>
            <a:pPr indent="0" lvl="0" marL="0" rtl="0" algn="l">
              <a:lnSpc>
                <a:spcPct val="90000"/>
              </a:lnSpc>
              <a:spcBef>
                <a:spcPts val="1200"/>
              </a:spcBef>
              <a:spcAft>
                <a:spcPts val="0"/>
              </a:spcAft>
              <a:buSzPts val="1800"/>
              <a:buNone/>
            </a:pPr>
            <a:r>
              <a:t/>
            </a:r>
            <a:endParaRPr/>
          </a:p>
        </p:txBody>
      </p:sp>
      <p:pic>
        <p:nvPicPr>
          <p:cNvPr id="153" name="Google Shape;153;p9"/>
          <p:cNvPicPr preferRelativeResize="0"/>
          <p:nvPr>
            <p:ph idx="2" type="pic"/>
          </p:nvPr>
        </p:nvPicPr>
        <p:blipFill rotWithShape="1">
          <a:blip r:embed="rId3">
            <a:alphaModFix/>
          </a:blip>
          <a:srcRect b="7729" l="0" r="0" t="7729"/>
          <a:stretch/>
        </p:blipFill>
        <p:spPr>
          <a:xfrm>
            <a:off x="6663002" y="2492896"/>
            <a:ext cx="5503841" cy="4104456"/>
          </a:xfrm>
          <a:prstGeom prst="ellipse">
            <a:avLst/>
          </a:prstGeom>
          <a:solidFill>
            <a:schemeClr val="dk2"/>
          </a:solid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0"/>
          <p:cNvSpPr txBox="1"/>
          <p:nvPr>
            <p:ph type="title"/>
          </p:nvPr>
        </p:nvSpPr>
        <p:spPr>
          <a:xfrm>
            <a:off x="129257" y="-1949005"/>
            <a:ext cx="11666539" cy="8784976"/>
          </a:xfrm>
          <a:prstGeom prst="rect">
            <a:avLst/>
          </a:prstGeom>
          <a:noFill/>
          <a:ln>
            <a:noFill/>
          </a:ln>
        </p:spPr>
        <p:txBody>
          <a:bodyPr anchorCtr="0" anchor="b" bIns="45700" lIns="91425" spcFirstLastPara="1" rIns="91425" wrap="square" tIns="45700">
            <a:normAutofit/>
          </a:bodyPr>
          <a:lstStyle/>
          <a:p>
            <a:pPr indent="-285750" lvl="0" marL="285750" rtl="0" algn="l">
              <a:lnSpc>
                <a:spcPct val="90000"/>
              </a:lnSpc>
              <a:spcBef>
                <a:spcPts val="0"/>
              </a:spcBef>
              <a:spcAft>
                <a:spcPts val="0"/>
              </a:spcAft>
              <a:buClr>
                <a:srgbClr val="1376FF"/>
              </a:buClr>
              <a:buSzPts val="1800"/>
              <a:buFont typeface="Arial"/>
              <a:buChar char="•"/>
            </a:pPr>
            <a:r>
              <a:rPr lang="en-US" sz="1800">
                <a:solidFill>
                  <a:srgbClr val="1376FF"/>
                </a:solidFill>
                <a:latin typeface="Century"/>
                <a:ea typeface="Century"/>
                <a:cs typeface="Century"/>
                <a:sym typeface="Century"/>
              </a:rPr>
              <a:t>Modules used are:</a:t>
            </a:r>
            <a:br>
              <a:rPr lang="en-US" sz="1800">
                <a:solidFill>
                  <a:srgbClr val="1376FF"/>
                </a:solidFill>
                <a:latin typeface="Century"/>
                <a:ea typeface="Century"/>
                <a:cs typeface="Century"/>
                <a:sym typeface="Century"/>
              </a:rPr>
            </a:br>
            <a:r>
              <a:rPr lang="en-US" sz="1800">
                <a:latin typeface="Century"/>
                <a:ea typeface="Century"/>
                <a:cs typeface="Century"/>
                <a:sym typeface="Century"/>
              </a:rPr>
              <a:t>■ </a:t>
            </a:r>
            <a:r>
              <a:rPr lang="en-US" sz="1600">
                <a:latin typeface="Century"/>
                <a:ea typeface="Century"/>
                <a:cs typeface="Century"/>
                <a:sym typeface="Century"/>
              </a:rPr>
              <a:t>Python’s in-built module ‘random’ – for selecting random sequence of numbers, alphabets or punctuation</a:t>
            </a:r>
            <a:r>
              <a:rPr lang="en-US" sz="1800">
                <a:latin typeface="Century"/>
                <a:ea typeface="Century"/>
                <a:cs typeface="Century"/>
                <a:sym typeface="Century"/>
              </a:rPr>
              <a:t>.</a:t>
            </a:r>
            <a:br>
              <a:rPr lang="en-US" sz="1800">
                <a:latin typeface="Century"/>
                <a:ea typeface="Century"/>
                <a:cs typeface="Century"/>
                <a:sym typeface="Century"/>
              </a:rPr>
            </a:br>
            <a:r>
              <a:rPr lang="en-US" sz="1800">
                <a:latin typeface="Century"/>
                <a:ea typeface="Century"/>
                <a:cs typeface="Century"/>
                <a:sym typeface="Century"/>
              </a:rPr>
              <a:t>    </a:t>
            </a:r>
            <a:br>
              <a:rPr lang="en-US" sz="1800">
                <a:latin typeface="Century"/>
                <a:ea typeface="Century"/>
                <a:cs typeface="Century"/>
                <a:sym typeface="Century"/>
              </a:rPr>
            </a:br>
            <a:r>
              <a:rPr lang="en-US" sz="1800">
                <a:solidFill>
                  <a:srgbClr val="1376FF"/>
                </a:solidFill>
                <a:latin typeface="Century"/>
                <a:ea typeface="Century"/>
                <a:cs typeface="Century"/>
                <a:sym typeface="Century"/>
              </a:rPr>
              <a:t> Modules used</a:t>
            </a:r>
            <a:r>
              <a:rPr lang="en-US" sz="1800">
                <a:latin typeface="Century"/>
                <a:ea typeface="Century"/>
                <a:cs typeface="Century"/>
                <a:sym typeface="Century"/>
              </a:rPr>
              <a:t>:</a:t>
            </a:r>
            <a:br>
              <a:rPr lang="en-US" sz="1800">
                <a:latin typeface="Century"/>
                <a:ea typeface="Century"/>
                <a:cs typeface="Century"/>
                <a:sym typeface="Century"/>
              </a:rPr>
            </a:br>
            <a:r>
              <a:rPr lang="en-US" sz="1800">
                <a:latin typeface="Century"/>
                <a:ea typeface="Century"/>
                <a:cs typeface="Century"/>
                <a:sym typeface="Century"/>
              </a:rPr>
              <a:t>♦</a:t>
            </a:r>
            <a:r>
              <a:rPr lang="en-US" sz="1600">
                <a:latin typeface="Century"/>
                <a:ea typeface="Century"/>
                <a:cs typeface="Century"/>
                <a:sym typeface="Century"/>
              </a:rPr>
              <a:t>password_generator </a:t>
            </a:r>
            <a:br>
              <a:rPr lang="en-US" sz="1600">
                <a:latin typeface="Century"/>
                <a:ea typeface="Century"/>
                <a:cs typeface="Century"/>
                <a:sym typeface="Century"/>
              </a:rPr>
            </a:br>
            <a:r>
              <a:rPr lang="en-US" sz="1600">
                <a:latin typeface="Century"/>
                <a:ea typeface="Century"/>
                <a:cs typeface="Century"/>
                <a:sym typeface="Century"/>
              </a:rPr>
              <a:t>♦strength_assessment – check_strength()</a:t>
            </a:r>
            <a:br>
              <a:rPr lang="en-US" sz="1600">
                <a:latin typeface="Century"/>
                <a:ea typeface="Century"/>
                <a:cs typeface="Century"/>
                <a:sym typeface="Century"/>
              </a:rPr>
            </a:br>
            <a:r>
              <a:rPr lang="en-US" sz="1600">
                <a:latin typeface="Century"/>
                <a:ea typeface="Century"/>
                <a:cs typeface="Century"/>
                <a:sym typeface="Century"/>
              </a:rPr>
              <a:t>♦improvement_suggestions – suggest_improvements()</a:t>
            </a:r>
            <a:br>
              <a:rPr lang="en-US" sz="1600">
                <a:latin typeface="Century"/>
                <a:ea typeface="Century"/>
                <a:cs typeface="Century"/>
                <a:sym typeface="Century"/>
              </a:rPr>
            </a:br>
            <a:r>
              <a:rPr lang="en-US" sz="1600">
                <a:latin typeface="Century"/>
                <a:ea typeface="Century"/>
                <a:cs typeface="Century"/>
                <a:sym typeface="Century"/>
              </a:rPr>
              <a:t>♦save_module – save_to_file()</a:t>
            </a:r>
            <a:br>
              <a:rPr lang="en-US" sz="1600">
                <a:latin typeface="Century"/>
                <a:ea typeface="Century"/>
                <a:cs typeface="Century"/>
                <a:sym typeface="Century"/>
              </a:rPr>
            </a:br>
            <a:r>
              <a:rPr lang="en-US" sz="1600">
                <a:latin typeface="Century"/>
                <a:ea typeface="Century"/>
                <a:cs typeface="Century"/>
                <a:sym typeface="Century"/>
              </a:rPr>
              <a:t>♦clear_module – clear_generated_vars()</a:t>
            </a:r>
            <a:br>
              <a:rPr lang="en-US" sz="1600">
                <a:latin typeface="Century"/>
                <a:ea typeface="Century"/>
                <a:cs typeface="Century"/>
                <a:sym typeface="Century"/>
              </a:rPr>
            </a:br>
            <a:r>
              <a:rPr lang="en-US" sz="1600">
                <a:latin typeface="Century"/>
                <a:ea typeface="Century"/>
                <a:cs typeface="Century"/>
                <a:sym typeface="Century"/>
              </a:rPr>
              <a:t>♦copy_module</a:t>
            </a:r>
            <a:br>
              <a:rPr lang="en-US" sz="1600">
                <a:latin typeface="Century"/>
                <a:ea typeface="Century"/>
                <a:cs typeface="Century"/>
                <a:sym typeface="Century"/>
              </a:rPr>
            </a:br>
            <a:r>
              <a:rPr lang="en-US" sz="1600">
                <a:latin typeface="Century"/>
                <a:ea typeface="Century"/>
                <a:cs typeface="Century"/>
                <a:sym typeface="Century"/>
              </a:rPr>
              <a:t>♦username_input_module – get_username()</a:t>
            </a:r>
            <a:br>
              <a:rPr lang="en-US" sz="1600">
                <a:latin typeface="Century"/>
                <a:ea typeface="Century"/>
                <a:cs typeface="Century"/>
                <a:sym typeface="Century"/>
              </a:rPr>
            </a:br>
            <a:r>
              <a:rPr lang="en-US" sz="1600">
                <a:latin typeface="Century"/>
                <a:ea typeface="Century"/>
                <a:cs typeface="Century"/>
                <a:sym typeface="Century"/>
              </a:rPr>
              <a:t>♦tkinter</a:t>
            </a:r>
            <a:br>
              <a:rPr lang="en-US" sz="1600">
                <a:latin typeface="Century"/>
                <a:ea typeface="Century"/>
                <a:cs typeface="Century"/>
                <a:sym typeface="Century"/>
              </a:rPr>
            </a:br>
            <a:r>
              <a:rPr lang="en-US" sz="1600">
                <a:latin typeface="Century"/>
                <a:ea typeface="Century"/>
                <a:cs typeface="Century"/>
                <a:sym typeface="Century"/>
              </a:rPr>
              <a:t>♦random</a:t>
            </a:r>
            <a:br>
              <a:rPr lang="en-US" sz="1600">
                <a:latin typeface="Century"/>
                <a:ea typeface="Century"/>
                <a:cs typeface="Century"/>
                <a:sym typeface="Century"/>
              </a:rPr>
            </a:br>
            <a:r>
              <a:rPr lang="en-US" sz="1600">
                <a:latin typeface="Century"/>
                <a:ea typeface="Century"/>
                <a:cs typeface="Century"/>
                <a:sym typeface="Century"/>
              </a:rPr>
              <a:t>♦string</a:t>
            </a:r>
            <a:br>
              <a:rPr lang="en-US" sz="1600">
                <a:latin typeface="Century"/>
                <a:ea typeface="Century"/>
                <a:cs typeface="Century"/>
                <a:sym typeface="Century"/>
              </a:rPr>
            </a:br>
            <a:r>
              <a:rPr lang="en-US" sz="1600">
                <a:latin typeface="Century"/>
                <a:ea typeface="Century"/>
                <a:cs typeface="Century"/>
                <a:sym typeface="Century"/>
              </a:rPr>
              <a:t>     </a:t>
            </a:r>
            <a:br>
              <a:rPr lang="en-US" sz="1800">
                <a:latin typeface="Century"/>
                <a:ea typeface="Century"/>
                <a:cs typeface="Century"/>
                <a:sym typeface="Century"/>
              </a:rPr>
            </a:br>
            <a:br>
              <a:rPr lang="en-US" sz="1800">
                <a:latin typeface="Century"/>
                <a:ea typeface="Century"/>
                <a:cs typeface="Century"/>
                <a:sym typeface="Century"/>
              </a:rPr>
            </a:br>
            <a:r>
              <a:rPr lang="en-US" sz="1800">
                <a:latin typeface="Century"/>
                <a:ea typeface="Century"/>
                <a:cs typeface="Century"/>
                <a:sym typeface="Century"/>
              </a:rPr>
              <a:t>which have functions like generate_password(), assess_strength(), suggest_improvements(password,strength), save_to_file(), copy_to_clipboard() and many more.</a:t>
            </a:r>
            <a:br>
              <a:rPr lang="en-US" sz="1800">
                <a:latin typeface="Century"/>
                <a:ea typeface="Century"/>
                <a:cs typeface="Century"/>
                <a:sym typeface="Century"/>
              </a:rPr>
            </a:br>
            <a:r>
              <a:rPr lang="en-US" sz="1800">
                <a:latin typeface="Century"/>
                <a:ea typeface="Century"/>
                <a:cs typeface="Century"/>
                <a:sym typeface="Century"/>
              </a:rPr>
              <a:t>The program takes user input and generates a password as well as gives suggestions for creating a stronger one.</a:t>
            </a:r>
            <a:br>
              <a:rPr lang="en-US" sz="1800">
                <a:latin typeface="Century"/>
                <a:ea typeface="Century"/>
                <a:cs typeface="Century"/>
                <a:sym typeface="Century"/>
              </a:rPr>
            </a:br>
            <a:endParaRPr sz="1800"/>
          </a:p>
        </p:txBody>
      </p:sp>
      <p:sp>
        <p:nvSpPr>
          <p:cNvPr id="159" name="Google Shape;159;p10"/>
          <p:cNvSpPr txBox="1"/>
          <p:nvPr/>
        </p:nvSpPr>
        <p:spPr>
          <a:xfrm>
            <a:off x="261764" y="260648"/>
            <a:ext cx="10873208"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lt1"/>
              </a:buClr>
              <a:buSzPts val="1800"/>
              <a:buFont typeface="Century"/>
              <a:buNone/>
            </a:pPr>
            <a:r>
              <a:rPr lang="en-US" sz="1800">
                <a:solidFill>
                  <a:schemeClr val="lt1"/>
                </a:solidFill>
                <a:latin typeface="Century"/>
                <a:ea typeface="Century"/>
                <a:cs typeface="Century"/>
                <a:sym typeface="Century"/>
              </a:rPr>
              <a:t>In this project we have made use of primitive datatypes(strings, integers, Boolean) as well as data structures like lists and tuples.</a:t>
            </a:r>
            <a:endParaRPr/>
          </a:p>
          <a:p>
            <a:pPr indent="0" lvl="0" marL="0" marR="0" rtl="0" algn="l">
              <a:spcBef>
                <a:spcPts val="0"/>
              </a:spcBef>
              <a:spcAft>
                <a:spcPts val="0"/>
              </a:spcAft>
              <a:buClr>
                <a:schemeClr val="lt1"/>
              </a:buClr>
              <a:buSzPts val="1800"/>
              <a:buFont typeface="Century"/>
              <a:buNone/>
            </a:pPr>
            <a:r>
              <a:rPr lang="en-US" sz="1800">
                <a:solidFill>
                  <a:schemeClr val="lt1"/>
                </a:solidFill>
                <a:latin typeface="Century"/>
                <a:ea typeface="Century"/>
                <a:cs typeface="Century"/>
                <a:sym typeface="Century"/>
              </a:rPr>
              <a:t>Multiple usage of iterative and conditional statements.</a:t>
            </a:r>
            <a:endParaRPr/>
          </a:p>
        </p:txBody>
      </p:sp>
      <p:grpSp>
        <p:nvGrpSpPr>
          <p:cNvPr id="160" name="Google Shape;160;p10"/>
          <p:cNvGrpSpPr/>
          <p:nvPr/>
        </p:nvGrpSpPr>
        <p:grpSpPr>
          <a:xfrm rot="10800000">
            <a:off x="10165604" y="620780"/>
            <a:ext cx="2016225" cy="5328500"/>
            <a:chOff x="1512" y="219283"/>
            <a:chExt cx="1235075" cy="3068902"/>
          </a:xfrm>
        </p:grpSpPr>
        <p:sp>
          <p:nvSpPr>
            <p:cNvPr id="161" name="Google Shape;161;p10"/>
            <p:cNvSpPr/>
            <p:nvPr/>
          </p:nvSpPr>
          <p:spPr>
            <a:xfrm>
              <a:off x="1512" y="219283"/>
              <a:ext cx="936625" cy="1873250"/>
            </a:xfrm>
            <a:custGeom>
              <a:rect b="b" l="l" r="r" t="t"/>
              <a:pathLst>
                <a:path extrusionOk="0" h="1873250" w="936625">
                  <a:moveTo>
                    <a:pt x="0" y="0"/>
                  </a:moveTo>
                  <a:lnTo>
                    <a:pt x="0" y="1873071"/>
                  </a:lnTo>
                  <a:lnTo>
                    <a:pt x="936546" y="936170"/>
                  </a:lnTo>
                  <a:lnTo>
                    <a:pt x="0" y="0"/>
                  </a:lnTo>
                  <a:close/>
                </a:path>
              </a:pathLst>
            </a:custGeom>
            <a:solidFill>
              <a:srgbClr val="484C6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162" name="Google Shape;162;p10"/>
            <p:cNvSpPr/>
            <p:nvPr/>
          </p:nvSpPr>
          <p:spPr>
            <a:xfrm>
              <a:off x="1512" y="1987070"/>
              <a:ext cx="1235075" cy="1301115"/>
            </a:xfrm>
            <a:custGeom>
              <a:rect b="b" l="l" r="r" t="t"/>
              <a:pathLst>
                <a:path extrusionOk="0" h="1301114" w="1235075">
                  <a:moveTo>
                    <a:pt x="204454" y="0"/>
                  </a:moveTo>
                  <a:lnTo>
                    <a:pt x="0" y="204451"/>
                  </a:lnTo>
                  <a:lnTo>
                    <a:pt x="0" y="1300876"/>
                  </a:lnTo>
                  <a:lnTo>
                    <a:pt x="964623" y="1300876"/>
                  </a:lnTo>
                  <a:lnTo>
                    <a:pt x="1234976" y="1030520"/>
                  </a:lnTo>
                  <a:lnTo>
                    <a:pt x="204454" y="0"/>
                  </a:lnTo>
                  <a:close/>
                </a:path>
              </a:pathLst>
            </a:custGeom>
            <a:solidFill>
              <a:srgbClr val="6FB0DA"/>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grpSp>
      <p:grpSp>
        <p:nvGrpSpPr>
          <p:cNvPr id="163" name="Google Shape;163;p10"/>
          <p:cNvGrpSpPr/>
          <p:nvPr/>
        </p:nvGrpSpPr>
        <p:grpSpPr>
          <a:xfrm>
            <a:off x="9108900" y="1052736"/>
            <a:ext cx="2818350" cy="2819958"/>
            <a:chOff x="3710878" y="260676"/>
            <a:chExt cx="2136283" cy="2819958"/>
          </a:xfrm>
        </p:grpSpPr>
        <p:sp>
          <p:nvSpPr>
            <p:cNvPr id="164" name="Google Shape;164;p10"/>
            <p:cNvSpPr/>
            <p:nvPr/>
          </p:nvSpPr>
          <p:spPr>
            <a:xfrm>
              <a:off x="5069921" y="260676"/>
              <a:ext cx="777240" cy="838835"/>
            </a:xfrm>
            <a:custGeom>
              <a:rect b="b" l="l" r="r" t="t"/>
              <a:pathLst>
                <a:path extrusionOk="0" h="838835" w="777239">
                  <a:moveTo>
                    <a:pt x="776834" y="0"/>
                  </a:moveTo>
                  <a:lnTo>
                    <a:pt x="0" y="776847"/>
                  </a:lnTo>
                  <a:lnTo>
                    <a:pt x="62240" y="838295"/>
                  </a:lnTo>
                  <a:lnTo>
                    <a:pt x="776834" y="123688"/>
                  </a:lnTo>
                  <a:lnTo>
                    <a:pt x="776834" y="0"/>
                  </a:lnTo>
                  <a:close/>
                </a:path>
              </a:pathLst>
            </a:custGeom>
            <a:solidFill>
              <a:srgbClr val="6FB0DA"/>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165" name="Google Shape;165;p10"/>
            <p:cNvSpPr/>
            <p:nvPr/>
          </p:nvSpPr>
          <p:spPr>
            <a:xfrm>
              <a:off x="3710878" y="1043964"/>
              <a:ext cx="2036643" cy="203667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grpSp>
    </p:spTree>
  </p:cSld>
  <p:clrMapOvr>
    <a:masterClrMapping/>
  </p:clrMapOvr>
  <mc:AlternateContent>
    <mc:Choice Requires="p14">
      <p:transition spd="slow" p14:dur="700">
        <p:fad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grpSp>
        <p:nvGrpSpPr>
          <p:cNvPr id="170" name="Google Shape;170;p11"/>
          <p:cNvGrpSpPr/>
          <p:nvPr/>
        </p:nvGrpSpPr>
        <p:grpSpPr>
          <a:xfrm>
            <a:off x="117748" y="476672"/>
            <a:ext cx="1985690" cy="6120680"/>
            <a:chOff x="1512" y="219283"/>
            <a:chExt cx="1235075" cy="3068902"/>
          </a:xfrm>
        </p:grpSpPr>
        <p:sp>
          <p:nvSpPr>
            <p:cNvPr id="171" name="Google Shape;171;p11"/>
            <p:cNvSpPr/>
            <p:nvPr/>
          </p:nvSpPr>
          <p:spPr>
            <a:xfrm>
              <a:off x="1512" y="219283"/>
              <a:ext cx="936625" cy="1873250"/>
            </a:xfrm>
            <a:custGeom>
              <a:rect b="b" l="l" r="r" t="t"/>
              <a:pathLst>
                <a:path extrusionOk="0" h="1873250" w="936625">
                  <a:moveTo>
                    <a:pt x="0" y="0"/>
                  </a:moveTo>
                  <a:lnTo>
                    <a:pt x="0" y="1873071"/>
                  </a:lnTo>
                  <a:lnTo>
                    <a:pt x="936546" y="936170"/>
                  </a:lnTo>
                  <a:lnTo>
                    <a:pt x="0" y="0"/>
                  </a:lnTo>
                  <a:close/>
                </a:path>
              </a:pathLst>
            </a:custGeom>
            <a:solidFill>
              <a:srgbClr val="484C6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172" name="Google Shape;172;p11"/>
            <p:cNvSpPr/>
            <p:nvPr/>
          </p:nvSpPr>
          <p:spPr>
            <a:xfrm>
              <a:off x="1512" y="1987070"/>
              <a:ext cx="1235075" cy="1301115"/>
            </a:xfrm>
            <a:custGeom>
              <a:rect b="b" l="l" r="r" t="t"/>
              <a:pathLst>
                <a:path extrusionOk="0" h="1301114" w="1235075">
                  <a:moveTo>
                    <a:pt x="204454" y="0"/>
                  </a:moveTo>
                  <a:lnTo>
                    <a:pt x="0" y="204451"/>
                  </a:lnTo>
                  <a:lnTo>
                    <a:pt x="0" y="1300876"/>
                  </a:lnTo>
                  <a:lnTo>
                    <a:pt x="964623" y="1300876"/>
                  </a:lnTo>
                  <a:lnTo>
                    <a:pt x="1234976" y="1030520"/>
                  </a:lnTo>
                  <a:lnTo>
                    <a:pt x="204454" y="0"/>
                  </a:lnTo>
                  <a:close/>
                </a:path>
              </a:pathLst>
            </a:custGeom>
            <a:solidFill>
              <a:srgbClr val="6FB0DA"/>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grpSp>
      <p:grpSp>
        <p:nvGrpSpPr>
          <p:cNvPr id="173" name="Google Shape;173;p11"/>
          <p:cNvGrpSpPr/>
          <p:nvPr/>
        </p:nvGrpSpPr>
        <p:grpSpPr>
          <a:xfrm>
            <a:off x="8398053" y="1309599"/>
            <a:ext cx="3228310" cy="5112568"/>
            <a:chOff x="3710878" y="260676"/>
            <a:chExt cx="2136283" cy="2819958"/>
          </a:xfrm>
        </p:grpSpPr>
        <p:sp>
          <p:nvSpPr>
            <p:cNvPr id="174" name="Google Shape;174;p11"/>
            <p:cNvSpPr/>
            <p:nvPr/>
          </p:nvSpPr>
          <p:spPr>
            <a:xfrm>
              <a:off x="5069921" y="260676"/>
              <a:ext cx="777240" cy="838835"/>
            </a:xfrm>
            <a:custGeom>
              <a:rect b="b" l="l" r="r" t="t"/>
              <a:pathLst>
                <a:path extrusionOk="0" h="838835" w="777239">
                  <a:moveTo>
                    <a:pt x="776834" y="0"/>
                  </a:moveTo>
                  <a:lnTo>
                    <a:pt x="0" y="776847"/>
                  </a:lnTo>
                  <a:lnTo>
                    <a:pt x="62240" y="838295"/>
                  </a:lnTo>
                  <a:lnTo>
                    <a:pt x="776834" y="123688"/>
                  </a:lnTo>
                  <a:lnTo>
                    <a:pt x="776834" y="0"/>
                  </a:lnTo>
                  <a:close/>
                </a:path>
              </a:pathLst>
            </a:custGeom>
            <a:solidFill>
              <a:srgbClr val="6FB0DA"/>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175" name="Google Shape;175;p11"/>
            <p:cNvSpPr/>
            <p:nvPr/>
          </p:nvSpPr>
          <p:spPr>
            <a:xfrm>
              <a:off x="3710878" y="1043964"/>
              <a:ext cx="2036643" cy="203667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grpSp>
      <p:grpSp>
        <p:nvGrpSpPr>
          <p:cNvPr id="176" name="Google Shape;176;p11"/>
          <p:cNvGrpSpPr/>
          <p:nvPr/>
        </p:nvGrpSpPr>
        <p:grpSpPr>
          <a:xfrm>
            <a:off x="9406780" y="260648"/>
            <a:ext cx="2664297" cy="3384376"/>
            <a:chOff x="4013187" y="12"/>
            <a:chExt cx="1833679" cy="1833208"/>
          </a:xfrm>
        </p:grpSpPr>
        <p:sp>
          <p:nvSpPr>
            <p:cNvPr id="177" name="Google Shape;177;p11"/>
            <p:cNvSpPr/>
            <p:nvPr/>
          </p:nvSpPr>
          <p:spPr>
            <a:xfrm>
              <a:off x="5234726" y="893420"/>
              <a:ext cx="612140" cy="939800"/>
            </a:xfrm>
            <a:custGeom>
              <a:rect b="b" l="l" r="r" t="t"/>
              <a:pathLst>
                <a:path extrusionOk="0" h="939800" w="612139">
                  <a:moveTo>
                    <a:pt x="555985" y="0"/>
                  </a:moveTo>
                  <a:lnTo>
                    <a:pt x="0" y="555604"/>
                  </a:lnTo>
                  <a:lnTo>
                    <a:pt x="383987" y="939332"/>
                  </a:lnTo>
                  <a:lnTo>
                    <a:pt x="612022" y="711465"/>
                  </a:lnTo>
                  <a:lnTo>
                    <a:pt x="612022" y="55994"/>
                  </a:lnTo>
                  <a:lnTo>
                    <a:pt x="555985" y="0"/>
                  </a:lnTo>
                  <a:close/>
                </a:path>
              </a:pathLst>
            </a:custGeom>
            <a:solidFill>
              <a:srgbClr val="484C6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178" name="Google Shape;178;p11"/>
            <p:cNvSpPr/>
            <p:nvPr/>
          </p:nvSpPr>
          <p:spPr>
            <a:xfrm>
              <a:off x="4013187" y="12"/>
              <a:ext cx="1805305" cy="1479550"/>
            </a:xfrm>
            <a:custGeom>
              <a:rect b="b" l="l" r="r" t="t"/>
              <a:pathLst>
                <a:path extrusionOk="0" h="1479550" w="1805304">
                  <a:moveTo>
                    <a:pt x="1779358" y="923798"/>
                  </a:moveTo>
                  <a:lnTo>
                    <a:pt x="1577733" y="721537"/>
                  </a:lnTo>
                  <a:lnTo>
                    <a:pt x="1021753" y="1277137"/>
                  </a:lnTo>
                  <a:lnTo>
                    <a:pt x="1223352" y="1479397"/>
                  </a:lnTo>
                  <a:lnTo>
                    <a:pt x="1779358" y="923798"/>
                  </a:lnTo>
                  <a:close/>
                </a:path>
                <a:path extrusionOk="0" h="1479550" w="1805304">
                  <a:moveTo>
                    <a:pt x="1804962" y="0"/>
                  </a:moveTo>
                  <a:lnTo>
                    <a:pt x="0" y="0"/>
                  </a:lnTo>
                  <a:lnTo>
                    <a:pt x="983132" y="983132"/>
                  </a:lnTo>
                  <a:lnTo>
                    <a:pt x="1804962" y="161290"/>
                  </a:lnTo>
                  <a:lnTo>
                    <a:pt x="1804962" y="0"/>
                  </a:lnTo>
                  <a:close/>
                </a:path>
              </a:pathLst>
            </a:custGeom>
            <a:solidFill>
              <a:srgbClr val="6FB0DA"/>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grpSp>
      <p:sp>
        <p:nvSpPr>
          <p:cNvPr id="179" name="Google Shape;179;p11"/>
          <p:cNvSpPr txBox="1"/>
          <p:nvPr/>
        </p:nvSpPr>
        <p:spPr>
          <a:xfrm>
            <a:off x="1777241" y="1052736"/>
            <a:ext cx="7226052" cy="4524315"/>
          </a:xfrm>
          <a:prstGeom prst="rect">
            <a:avLst/>
          </a:prstGeom>
          <a:noFill/>
          <a:ln>
            <a:noFill/>
          </a:ln>
        </p:spPr>
        <p:txBody>
          <a:bodyPr anchorCtr="0" anchor="t" bIns="45700" lIns="91425" spcFirstLastPara="1" rIns="91425" wrap="square" tIns="45700">
            <a:spAutoFit/>
          </a:bodyPr>
          <a:lstStyle/>
          <a:p>
            <a:pPr indent="-171450" lvl="0" marL="171450" marR="0" rtl="0" algn="l">
              <a:spcBef>
                <a:spcPts val="0"/>
              </a:spcBef>
              <a:spcAft>
                <a:spcPts val="0"/>
              </a:spcAft>
              <a:buClr>
                <a:srgbClr val="D8D8D8"/>
              </a:buClr>
              <a:buSzPts val="1800"/>
              <a:buFont typeface="Arial"/>
              <a:buChar char="•"/>
            </a:pPr>
            <a:r>
              <a:rPr lang="en-US" sz="1800">
                <a:solidFill>
                  <a:srgbClr val="D8D8D8"/>
                </a:solidFill>
                <a:latin typeface="Corbel"/>
                <a:ea typeface="Corbel"/>
                <a:cs typeface="Corbel"/>
                <a:sym typeface="Corbel"/>
              </a:rPr>
              <a:t>GUI </a:t>
            </a:r>
            <a:r>
              <a:rPr lang="en-US" sz="2000">
                <a:solidFill>
                  <a:srgbClr val="D8D8D8"/>
                </a:solidFill>
                <a:latin typeface="Corbel"/>
                <a:ea typeface="Corbel"/>
                <a:cs typeface="Corbel"/>
                <a:sym typeface="Corbel"/>
              </a:rPr>
              <a:t>:-</a:t>
            </a:r>
            <a:r>
              <a:rPr lang="en-US" sz="1800">
                <a:solidFill>
                  <a:srgbClr val="D8D8D8"/>
                </a:solidFill>
                <a:latin typeface="Corbel"/>
                <a:ea typeface="Corbel"/>
                <a:cs typeface="Corbel"/>
                <a:sym typeface="Corbel"/>
              </a:rPr>
              <a:t> This function is used to create a graphical user inter face for the program .</a:t>
            </a:r>
            <a:endParaRPr/>
          </a:p>
          <a:p>
            <a:pPr indent="0" lvl="0" marL="0" marR="0" rtl="0" algn="l">
              <a:spcBef>
                <a:spcPts val="0"/>
              </a:spcBef>
              <a:spcAft>
                <a:spcPts val="0"/>
              </a:spcAft>
              <a:buNone/>
            </a:pPr>
            <a:r>
              <a:rPr lang="en-US" sz="1800">
                <a:solidFill>
                  <a:srgbClr val="D8D8D8"/>
                </a:solidFill>
                <a:latin typeface="Corbel"/>
                <a:ea typeface="Corbel"/>
                <a:cs typeface="Corbel"/>
                <a:sym typeface="Corbel"/>
              </a:rPr>
              <a:t>      tkinter :- Tkinter is the standard GUI (Graphical User     </a:t>
            </a:r>
            <a:endParaRPr/>
          </a:p>
          <a:p>
            <a:pPr indent="0" lvl="0" marL="0" marR="0" rtl="0" algn="l">
              <a:spcBef>
                <a:spcPts val="0"/>
              </a:spcBef>
              <a:spcAft>
                <a:spcPts val="0"/>
              </a:spcAft>
              <a:buNone/>
            </a:pPr>
            <a:r>
              <a:rPr lang="en-US" sz="1800">
                <a:solidFill>
                  <a:srgbClr val="D8D8D8"/>
                </a:solidFill>
                <a:latin typeface="Corbel"/>
                <a:ea typeface="Corbel"/>
                <a:cs typeface="Corbel"/>
                <a:sym typeface="Corbel"/>
              </a:rPr>
              <a:t>      Interface) toolkit for Python. It provides a set of tools for </a:t>
            </a:r>
            <a:endParaRPr/>
          </a:p>
          <a:p>
            <a:pPr indent="0" lvl="0" marL="0" marR="0" rtl="0" algn="l">
              <a:spcBef>
                <a:spcPts val="0"/>
              </a:spcBef>
              <a:spcAft>
                <a:spcPts val="0"/>
              </a:spcAft>
              <a:buNone/>
            </a:pPr>
            <a:r>
              <a:rPr lang="en-US" sz="1800">
                <a:solidFill>
                  <a:srgbClr val="D8D8D8"/>
                </a:solidFill>
                <a:latin typeface="Corbel"/>
                <a:ea typeface="Corbel"/>
                <a:cs typeface="Corbel"/>
                <a:sym typeface="Corbel"/>
              </a:rPr>
              <a:t>      creating graphical user interfaces and is widely used for </a:t>
            </a:r>
            <a:endParaRPr/>
          </a:p>
          <a:p>
            <a:pPr indent="0" lvl="0" marL="0" marR="0" rtl="0" algn="l">
              <a:spcBef>
                <a:spcPts val="0"/>
              </a:spcBef>
              <a:spcAft>
                <a:spcPts val="0"/>
              </a:spcAft>
              <a:buNone/>
            </a:pPr>
            <a:r>
              <a:rPr lang="en-US" sz="1800">
                <a:solidFill>
                  <a:srgbClr val="D8D8D8"/>
                </a:solidFill>
                <a:latin typeface="Corbel"/>
                <a:ea typeface="Corbel"/>
                <a:cs typeface="Corbel"/>
                <a:sym typeface="Corbel"/>
              </a:rPr>
              <a:t>      developing desktop applications.</a:t>
            </a:r>
            <a:endParaRPr/>
          </a:p>
          <a:p>
            <a:pPr indent="0" lvl="0" marL="0" marR="0" rtl="0" algn="l">
              <a:spcBef>
                <a:spcPts val="0"/>
              </a:spcBef>
              <a:spcAft>
                <a:spcPts val="0"/>
              </a:spcAft>
              <a:buNone/>
            </a:pPr>
            <a:r>
              <a:t/>
            </a:r>
            <a:endParaRPr sz="1800">
              <a:solidFill>
                <a:srgbClr val="D8D8D8"/>
              </a:solidFill>
              <a:latin typeface="Corbel"/>
              <a:ea typeface="Corbel"/>
              <a:cs typeface="Corbel"/>
              <a:sym typeface="Corbel"/>
            </a:endParaRPr>
          </a:p>
          <a:p>
            <a:pPr indent="-171450" lvl="0" marL="171450" marR="0" rtl="0" algn="l">
              <a:spcBef>
                <a:spcPts val="0"/>
              </a:spcBef>
              <a:spcAft>
                <a:spcPts val="0"/>
              </a:spcAft>
              <a:buClr>
                <a:srgbClr val="D8D8D8"/>
              </a:buClr>
              <a:buSzPts val="1800"/>
              <a:buFont typeface="Arial"/>
              <a:buChar char="•"/>
            </a:pPr>
            <a:r>
              <a:rPr lang="en-US" sz="1800">
                <a:solidFill>
                  <a:srgbClr val="D8D8D8"/>
                </a:solidFill>
                <a:latin typeface="Corbel"/>
                <a:ea typeface="Corbel"/>
                <a:cs typeface="Corbel"/>
                <a:sym typeface="Corbel"/>
              </a:rPr>
              <a:t>Output :-  password   generated , strength of the password and password    </a:t>
            </a:r>
            <a:endParaRPr/>
          </a:p>
          <a:p>
            <a:pPr indent="0" lvl="0" marL="0" marR="0" rtl="0" algn="l">
              <a:spcBef>
                <a:spcPts val="0"/>
              </a:spcBef>
              <a:spcAft>
                <a:spcPts val="0"/>
              </a:spcAft>
              <a:buNone/>
            </a:pPr>
            <a:r>
              <a:rPr lang="en-US" sz="1800">
                <a:solidFill>
                  <a:srgbClr val="D8D8D8"/>
                </a:solidFill>
                <a:latin typeface="Corbel"/>
                <a:ea typeface="Corbel"/>
                <a:cs typeface="Corbel"/>
                <a:sym typeface="Corbel"/>
              </a:rPr>
              <a:t>      suggestions to improve the password.</a:t>
            </a:r>
            <a:endParaRPr/>
          </a:p>
          <a:p>
            <a:pPr indent="-57150" lvl="0" marL="171450" marR="0" rtl="0" algn="l">
              <a:spcBef>
                <a:spcPts val="0"/>
              </a:spcBef>
              <a:spcAft>
                <a:spcPts val="0"/>
              </a:spcAft>
              <a:buClr>
                <a:schemeClr val="lt1"/>
              </a:buClr>
              <a:buSzPts val="1800"/>
              <a:buFont typeface="Arial"/>
              <a:buNone/>
            </a:pPr>
            <a:r>
              <a:t/>
            </a:r>
            <a:endParaRPr sz="1800">
              <a:solidFill>
                <a:srgbClr val="D8D8D8"/>
              </a:solidFill>
              <a:latin typeface="Corbel"/>
              <a:ea typeface="Corbel"/>
              <a:cs typeface="Corbel"/>
              <a:sym typeface="Corbel"/>
            </a:endParaRPr>
          </a:p>
          <a:p>
            <a:pPr indent="-171450" lvl="0" marL="171450" marR="0" rtl="0" algn="l">
              <a:spcBef>
                <a:spcPts val="0"/>
              </a:spcBef>
              <a:spcAft>
                <a:spcPts val="0"/>
              </a:spcAft>
              <a:buClr>
                <a:srgbClr val="D8D8D8"/>
              </a:buClr>
              <a:buSzPts val="1800"/>
              <a:buFont typeface="Arial"/>
              <a:buChar char="•"/>
            </a:pPr>
            <a:r>
              <a:rPr lang="en-US" sz="1800">
                <a:solidFill>
                  <a:srgbClr val="D8D8D8"/>
                </a:solidFill>
                <a:latin typeface="Corbel"/>
                <a:ea typeface="Corbel"/>
                <a:cs typeface="Corbel"/>
                <a:sym typeface="Corbel"/>
              </a:rPr>
              <a:t>Main :- This function is used to call all the functions  used </a:t>
            </a:r>
            <a:endParaRPr/>
          </a:p>
          <a:p>
            <a:pPr indent="0" lvl="0" marL="0" marR="0" rtl="0" algn="l">
              <a:spcBef>
                <a:spcPts val="0"/>
              </a:spcBef>
              <a:spcAft>
                <a:spcPts val="0"/>
              </a:spcAft>
              <a:buNone/>
            </a:pPr>
            <a:r>
              <a:rPr lang="en-US" sz="1800">
                <a:solidFill>
                  <a:srgbClr val="D8D8D8"/>
                </a:solidFill>
                <a:latin typeface="Corbel"/>
                <a:ea typeface="Corbel"/>
                <a:cs typeface="Corbel"/>
                <a:sym typeface="Corbel"/>
              </a:rPr>
              <a:t>      in the program .</a:t>
            </a:r>
            <a:endParaRPr/>
          </a:p>
          <a:p>
            <a:pPr indent="0" lvl="0" marL="0" marR="0" rtl="0" algn="l">
              <a:spcBef>
                <a:spcPts val="0"/>
              </a:spcBef>
              <a:spcAft>
                <a:spcPts val="0"/>
              </a:spcAft>
              <a:buNone/>
            </a:pPr>
            <a:r>
              <a:t/>
            </a:r>
            <a:endParaRPr sz="1800">
              <a:solidFill>
                <a:srgbClr val="D8D8D8"/>
              </a:solidFill>
              <a:latin typeface="Corbel"/>
              <a:ea typeface="Corbel"/>
              <a:cs typeface="Corbel"/>
              <a:sym typeface="Corbel"/>
            </a:endParaRPr>
          </a:p>
          <a:p>
            <a:pPr indent="-171450" lvl="0" marL="171450" marR="0" rtl="0" algn="l">
              <a:spcBef>
                <a:spcPts val="0"/>
              </a:spcBef>
              <a:spcAft>
                <a:spcPts val="0"/>
              </a:spcAft>
              <a:buClr>
                <a:srgbClr val="D8D8D8"/>
              </a:buClr>
              <a:buSzPts val="1800"/>
              <a:buFont typeface="Arial"/>
              <a:buChar char="•"/>
            </a:pPr>
            <a:r>
              <a:rPr lang="en-US" sz="1800">
                <a:solidFill>
                  <a:srgbClr val="D8D8D8"/>
                </a:solidFill>
                <a:latin typeface="Corbel"/>
                <a:ea typeface="Corbel"/>
                <a:cs typeface="Corbel"/>
                <a:sym typeface="Corbel"/>
              </a:rPr>
              <a:t>Many Functions / Modules used</a:t>
            </a:r>
            <a:endParaRPr/>
          </a:p>
          <a:p>
            <a:pPr indent="0" lvl="0" marL="0" marR="0" rtl="0" algn="l">
              <a:spcBef>
                <a:spcPts val="0"/>
              </a:spcBef>
              <a:spcAft>
                <a:spcPts val="0"/>
              </a:spcAft>
              <a:buNone/>
            </a:pPr>
            <a:r>
              <a:t/>
            </a:r>
            <a:endParaRPr sz="1800">
              <a:solidFill>
                <a:srgbClr val="D8D8D8"/>
              </a:solidFill>
              <a:latin typeface="Corbel"/>
              <a:ea typeface="Corbel"/>
              <a:cs typeface="Corbel"/>
              <a:sym typeface="Corbel"/>
            </a:endParaRPr>
          </a:p>
          <a:p>
            <a:pPr indent="0" lvl="0" marL="0" marR="0" rtl="0" algn="l">
              <a:spcBef>
                <a:spcPts val="0"/>
              </a:spcBef>
              <a:spcAft>
                <a:spcPts val="0"/>
              </a:spcAft>
              <a:buNone/>
            </a:pPr>
            <a:r>
              <a:t/>
            </a:r>
            <a:endParaRPr sz="1800">
              <a:solidFill>
                <a:srgbClr val="D8D8D8"/>
              </a:solidFill>
              <a:latin typeface="Corbel"/>
              <a:ea typeface="Corbel"/>
              <a:cs typeface="Corbel"/>
              <a:sym typeface="Corbe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pic>
        <p:nvPicPr>
          <p:cNvPr id="184" name="Google Shape;184;p12"/>
          <p:cNvPicPr preferRelativeResize="0"/>
          <p:nvPr/>
        </p:nvPicPr>
        <p:blipFill rotWithShape="1">
          <a:blip r:embed="rId3">
            <a:alphaModFix/>
          </a:blip>
          <a:srcRect b="0" l="0" r="0" t="0"/>
          <a:stretch/>
        </p:blipFill>
        <p:spPr>
          <a:xfrm>
            <a:off x="172844" y="1844824"/>
            <a:ext cx="5285323" cy="4608512"/>
          </a:xfrm>
          <a:prstGeom prst="rect">
            <a:avLst/>
          </a:prstGeom>
          <a:noFill/>
          <a:ln>
            <a:noFill/>
          </a:ln>
        </p:spPr>
      </p:pic>
      <p:pic>
        <p:nvPicPr>
          <p:cNvPr id="185" name="Google Shape;185;p12"/>
          <p:cNvPicPr preferRelativeResize="0"/>
          <p:nvPr/>
        </p:nvPicPr>
        <p:blipFill rotWithShape="1">
          <a:blip r:embed="rId4">
            <a:alphaModFix/>
          </a:blip>
          <a:srcRect b="0" l="0" r="0" t="0"/>
          <a:stretch/>
        </p:blipFill>
        <p:spPr>
          <a:xfrm>
            <a:off x="5608770" y="1711521"/>
            <a:ext cx="6407211" cy="4741815"/>
          </a:xfrm>
          <a:prstGeom prst="rect">
            <a:avLst/>
          </a:prstGeom>
          <a:noFill/>
          <a:ln>
            <a:noFill/>
          </a:ln>
        </p:spPr>
      </p:pic>
      <p:sp>
        <p:nvSpPr>
          <p:cNvPr id="186" name="Google Shape;186;p12"/>
          <p:cNvSpPr txBox="1"/>
          <p:nvPr/>
        </p:nvSpPr>
        <p:spPr>
          <a:xfrm>
            <a:off x="4510236" y="692696"/>
            <a:ext cx="3168352"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A7FF"/>
                </a:solidFill>
                <a:latin typeface="Algerian"/>
                <a:ea typeface="Algerian"/>
                <a:cs typeface="Algerian"/>
                <a:sym typeface="Algerian"/>
              </a:rPr>
              <a:t>PROGRAM  CODE</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pic>
        <p:nvPicPr>
          <p:cNvPr id="191" name="Google Shape;191;p13"/>
          <p:cNvPicPr preferRelativeResize="0"/>
          <p:nvPr/>
        </p:nvPicPr>
        <p:blipFill rotWithShape="1">
          <a:blip r:embed="rId3">
            <a:alphaModFix/>
          </a:blip>
          <a:srcRect b="0" l="0" r="0" t="0"/>
          <a:stretch/>
        </p:blipFill>
        <p:spPr>
          <a:xfrm>
            <a:off x="2277988" y="4038721"/>
            <a:ext cx="3240360" cy="2537702"/>
          </a:xfrm>
          <a:prstGeom prst="rect">
            <a:avLst/>
          </a:prstGeom>
          <a:noFill/>
          <a:ln>
            <a:noFill/>
          </a:ln>
        </p:spPr>
      </p:pic>
      <p:pic>
        <p:nvPicPr>
          <p:cNvPr id="192" name="Google Shape;192;p13"/>
          <p:cNvPicPr preferRelativeResize="0"/>
          <p:nvPr/>
        </p:nvPicPr>
        <p:blipFill rotWithShape="1">
          <a:blip r:embed="rId4">
            <a:alphaModFix/>
          </a:blip>
          <a:srcRect b="0" l="0" r="0" t="0"/>
          <a:stretch/>
        </p:blipFill>
        <p:spPr>
          <a:xfrm>
            <a:off x="6814492" y="1124744"/>
            <a:ext cx="4721741" cy="5055988"/>
          </a:xfrm>
          <a:prstGeom prst="rect">
            <a:avLst/>
          </a:prstGeom>
          <a:noFill/>
          <a:ln>
            <a:noFill/>
          </a:ln>
        </p:spPr>
      </p:pic>
      <p:pic>
        <p:nvPicPr>
          <p:cNvPr id="193" name="Google Shape;193;p13"/>
          <p:cNvPicPr preferRelativeResize="0"/>
          <p:nvPr/>
        </p:nvPicPr>
        <p:blipFill rotWithShape="1">
          <a:blip r:embed="rId5">
            <a:alphaModFix/>
          </a:blip>
          <a:srcRect b="0" l="0" r="0" t="0"/>
          <a:stretch/>
        </p:blipFill>
        <p:spPr>
          <a:xfrm>
            <a:off x="549796" y="692696"/>
            <a:ext cx="6140256" cy="3168419"/>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pic>
        <p:nvPicPr>
          <p:cNvPr id="198" name="Google Shape;198;p14"/>
          <p:cNvPicPr preferRelativeResize="0"/>
          <p:nvPr/>
        </p:nvPicPr>
        <p:blipFill rotWithShape="1">
          <a:blip r:embed="rId3">
            <a:alphaModFix/>
          </a:blip>
          <a:srcRect b="0" l="0" r="0" t="0"/>
          <a:stretch/>
        </p:blipFill>
        <p:spPr>
          <a:xfrm>
            <a:off x="350712" y="651973"/>
            <a:ext cx="4282811" cy="2187130"/>
          </a:xfrm>
          <a:prstGeom prst="rect">
            <a:avLst/>
          </a:prstGeom>
          <a:noFill/>
          <a:ln>
            <a:noFill/>
          </a:ln>
        </p:spPr>
      </p:pic>
      <p:pic>
        <p:nvPicPr>
          <p:cNvPr id="199" name="Google Shape;199;p14"/>
          <p:cNvPicPr preferRelativeResize="0"/>
          <p:nvPr/>
        </p:nvPicPr>
        <p:blipFill rotWithShape="1">
          <a:blip r:embed="rId4">
            <a:alphaModFix/>
          </a:blip>
          <a:srcRect b="0" l="0" r="0" t="0"/>
          <a:stretch/>
        </p:blipFill>
        <p:spPr>
          <a:xfrm>
            <a:off x="385697" y="4018897"/>
            <a:ext cx="4016088" cy="2491956"/>
          </a:xfrm>
          <a:prstGeom prst="rect">
            <a:avLst/>
          </a:prstGeom>
          <a:noFill/>
          <a:ln>
            <a:noFill/>
          </a:ln>
        </p:spPr>
      </p:pic>
      <p:pic>
        <p:nvPicPr>
          <p:cNvPr id="200" name="Google Shape;200;p14"/>
          <p:cNvPicPr preferRelativeResize="0"/>
          <p:nvPr/>
        </p:nvPicPr>
        <p:blipFill rotWithShape="1">
          <a:blip r:embed="rId5">
            <a:alphaModFix/>
          </a:blip>
          <a:srcRect b="0" l="0" r="0" t="0"/>
          <a:stretch/>
        </p:blipFill>
        <p:spPr>
          <a:xfrm>
            <a:off x="5950396" y="579577"/>
            <a:ext cx="3779848" cy="2331922"/>
          </a:xfrm>
          <a:prstGeom prst="rect">
            <a:avLst/>
          </a:prstGeom>
          <a:noFill/>
          <a:ln>
            <a:noFill/>
          </a:ln>
        </p:spPr>
      </p:pic>
      <p:pic>
        <p:nvPicPr>
          <p:cNvPr id="201" name="Google Shape;201;p14"/>
          <p:cNvPicPr preferRelativeResize="0"/>
          <p:nvPr/>
        </p:nvPicPr>
        <p:blipFill rotWithShape="1">
          <a:blip r:embed="rId6">
            <a:alphaModFix/>
          </a:blip>
          <a:srcRect b="0" l="0" r="0" t="0"/>
          <a:stretch/>
        </p:blipFill>
        <p:spPr>
          <a:xfrm>
            <a:off x="4798268" y="2996952"/>
            <a:ext cx="6629975" cy="3429297"/>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15"/>
          <p:cNvSpPr txBox="1"/>
          <p:nvPr/>
        </p:nvSpPr>
        <p:spPr>
          <a:xfrm>
            <a:off x="4150196" y="404664"/>
            <a:ext cx="3600400"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3600">
                <a:solidFill>
                  <a:srgbClr val="99DCFE"/>
                </a:solidFill>
                <a:latin typeface="Algerian"/>
                <a:ea typeface="Algerian"/>
                <a:cs typeface="Algerian"/>
                <a:sym typeface="Algerian"/>
              </a:rPr>
              <a:t>OUTPUT</a:t>
            </a:r>
            <a:r>
              <a:rPr lang="en-US" sz="1800">
                <a:solidFill>
                  <a:schemeClr val="lt1"/>
                </a:solidFill>
                <a:latin typeface="Corbel"/>
                <a:ea typeface="Corbel"/>
                <a:cs typeface="Corbel"/>
                <a:sym typeface="Corbel"/>
              </a:rPr>
              <a:t> </a:t>
            </a:r>
            <a:endParaRPr/>
          </a:p>
        </p:txBody>
      </p:sp>
      <p:pic>
        <p:nvPicPr>
          <p:cNvPr id="207" name="Google Shape;207;p15"/>
          <p:cNvPicPr preferRelativeResize="0"/>
          <p:nvPr/>
        </p:nvPicPr>
        <p:blipFill rotWithShape="1">
          <a:blip r:embed="rId3">
            <a:alphaModFix/>
          </a:blip>
          <a:srcRect b="0" l="0" r="0" t="0"/>
          <a:stretch/>
        </p:blipFill>
        <p:spPr>
          <a:xfrm>
            <a:off x="246848" y="1375060"/>
            <a:ext cx="3864196" cy="3381171"/>
          </a:xfrm>
          <a:prstGeom prst="rect">
            <a:avLst/>
          </a:prstGeom>
          <a:noFill/>
          <a:ln>
            <a:noFill/>
          </a:ln>
        </p:spPr>
      </p:pic>
      <p:pic>
        <p:nvPicPr>
          <p:cNvPr id="208" name="Google Shape;208;p15"/>
          <p:cNvPicPr preferRelativeResize="0"/>
          <p:nvPr/>
        </p:nvPicPr>
        <p:blipFill rotWithShape="1">
          <a:blip r:embed="rId4">
            <a:alphaModFix/>
          </a:blip>
          <a:srcRect b="0" l="0" r="0" t="0"/>
          <a:stretch/>
        </p:blipFill>
        <p:spPr>
          <a:xfrm>
            <a:off x="4150196" y="2677443"/>
            <a:ext cx="4009961" cy="3775893"/>
          </a:xfrm>
          <a:prstGeom prst="rect">
            <a:avLst/>
          </a:prstGeom>
          <a:noFill/>
          <a:ln>
            <a:noFill/>
          </a:ln>
        </p:spPr>
      </p:pic>
      <p:pic>
        <p:nvPicPr>
          <p:cNvPr id="209" name="Google Shape;209;p15"/>
          <p:cNvPicPr preferRelativeResize="0"/>
          <p:nvPr/>
        </p:nvPicPr>
        <p:blipFill rotWithShape="1">
          <a:blip r:embed="rId5">
            <a:alphaModFix/>
          </a:blip>
          <a:srcRect b="0" l="0" r="0" t="0"/>
          <a:stretch/>
        </p:blipFill>
        <p:spPr>
          <a:xfrm>
            <a:off x="8304638" y="1269313"/>
            <a:ext cx="3632999" cy="3469907"/>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pic>
        <p:nvPicPr>
          <p:cNvPr id="214" name="Google Shape;214;p16"/>
          <p:cNvPicPr preferRelativeResize="0"/>
          <p:nvPr/>
        </p:nvPicPr>
        <p:blipFill rotWithShape="1">
          <a:blip r:embed="rId3">
            <a:alphaModFix/>
          </a:blip>
          <a:srcRect b="0" l="0" r="0" t="0"/>
          <a:stretch/>
        </p:blipFill>
        <p:spPr>
          <a:xfrm>
            <a:off x="118757" y="2636912"/>
            <a:ext cx="3659303" cy="3489629"/>
          </a:xfrm>
          <a:prstGeom prst="rect">
            <a:avLst/>
          </a:prstGeom>
          <a:noFill/>
          <a:ln>
            <a:noFill/>
          </a:ln>
        </p:spPr>
      </p:pic>
      <p:pic>
        <p:nvPicPr>
          <p:cNvPr id="215" name="Google Shape;215;p16"/>
          <p:cNvPicPr preferRelativeResize="0"/>
          <p:nvPr/>
        </p:nvPicPr>
        <p:blipFill rotWithShape="1">
          <a:blip r:embed="rId4">
            <a:alphaModFix/>
          </a:blip>
          <a:srcRect b="0" l="0" r="0" t="0"/>
          <a:stretch/>
        </p:blipFill>
        <p:spPr>
          <a:xfrm>
            <a:off x="3934172" y="764704"/>
            <a:ext cx="4059499" cy="3878383"/>
          </a:xfrm>
          <a:prstGeom prst="rect">
            <a:avLst/>
          </a:prstGeom>
          <a:noFill/>
          <a:ln>
            <a:noFill/>
          </a:ln>
        </p:spPr>
      </p:pic>
      <p:pic>
        <p:nvPicPr>
          <p:cNvPr id="216" name="Google Shape;216;p16"/>
          <p:cNvPicPr preferRelativeResize="0"/>
          <p:nvPr/>
        </p:nvPicPr>
        <p:blipFill rotWithShape="1">
          <a:blip r:embed="rId5">
            <a:alphaModFix/>
          </a:blip>
          <a:srcRect b="0" l="0" r="0" t="0"/>
          <a:stretch/>
        </p:blipFill>
        <p:spPr>
          <a:xfrm>
            <a:off x="8069611" y="2564904"/>
            <a:ext cx="4000457" cy="3489629"/>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17"/>
          <p:cNvSpPr txBox="1"/>
          <p:nvPr>
            <p:ph type="title"/>
          </p:nvPr>
        </p:nvSpPr>
        <p:spPr>
          <a:xfrm>
            <a:off x="1557908" y="-1395536"/>
            <a:ext cx="7559088" cy="26670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00A7FF"/>
              </a:buClr>
              <a:buSzPts val="3600"/>
              <a:buFont typeface="Corbel"/>
              <a:buNone/>
            </a:pPr>
            <a:r>
              <a:rPr lang="en-US">
                <a:solidFill>
                  <a:srgbClr val="00A7FF"/>
                </a:solidFill>
              </a:rPr>
              <a:t>LEARNING FROM THIS PROJECT</a:t>
            </a:r>
            <a:endParaRPr/>
          </a:p>
        </p:txBody>
      </p:sp>
      <p:sp>
        <p:nvSpPr>
          <p:cNvPr id="222" name="Google Shape;222;p17"/>
          <p:cNvSpPr txBox="1"/>
          <p:nvPr>
            <p:ph idx="1" type="body"/>
          </p:nvPr>
        </p:nvSpPr>
        <p:spPr>
          <a:xfrm>
            <a:off x="1065213" y="1844824"/>
            <a:ext cx="6901407" cy="2304256"/>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90000"/>
              </a:lnSpc>
              <a:spcBef>
                <a:spcPts val="0"/>
              </a:spcBef>
              <a:spcAft>
                <a:spcPts val="0"/>
              </a:spcAft>
              <a:buSzPts val="1800"/>
              <a:buNone/>
            </a:pPr>
            <a:r>
              <a:rPr b="0" i="0" lang="en-US">
                <a:solidFill>
                  <a:srgbClr val="99DCFE"/>
                </a:solidFill>
                <a:latin typeface="Arial"/>
                <a:ea typeface="Arial"/>
                <a:cs typeface="Arial"/>
                <a:sym typeface="Arial"/>
              </a:rPr>
              <a:t>Throughout this project, our team underwent significant learning experiences in cybersecurity and software development. Balancing security with user-friendliness, we gained insights into creating robust passwords tailored to user preferences. Collaborative efforts underscored the importance of effective teamwork and communication, highlighting the significance of diverse strengths within the team. Each member's contribution, whether in coding leadership or presentation skills, played a crucial role. This experience enhanced our technical proficiency and emphasized the importance of adaptability and a holistic approach to problem-solving in the realm of password generation and cybersecurity</a:t>
            </a:r>
            <a:endParaRPr/>
          </a:p>
          <a:p>
            <a:pPr indent="0" lvl="0" marL="0" rtl="0" algn="l">
              <a:lnSpc>
                <a:spcPct val="90000"/>
              </a:lnSpc>
              <a:spcBef>
                <a:spcPts val="1200"/>
              </a:spcBef>
              <a:spcAft>
                <a:spcPts val="0"/>
              </a:spcAft>
              <a:buSzPts val="1800"/>
              <a:buNone/>
            </a:pPr>
            <a:r>
              <a:t/>
            </a:r>
            <a:endParaRPr>
              <a:solidFill>
                <a:srgbClr val="99DCFE"/>
              </a:solidFill>
              <a:latin typeface="Arial"/>
              <a:ea typeface="Arial"/>
              <a:cs typeface="Arial"/>
              <a:sym typeface="Arial"/>
            </a:endParaRPr>
          </a:p>
        </p:txBody>
      </p:sp>
      <p:pic>
        <p:nvPicPr>
          <p:cNvPr id="223" name="Google Shape;223;p17"/>
          <p:cNvPicPr preferRelativeResize="0"/>
          <p:nvPr>
            <p:ph idx="2" type="pic"/>
          </p:nvPr>
        </p:nvPicPr>
        <p:blipFill rotWithShape="1">
          <a:blip r:embed="rId3">
            <a:alphaModFix/>
          </a:blip>
          <a:srcRect b="0" l="15957" r="15957" t="0"/>
          <a:stretch/>
        </p:blipFill>
        <p:spPr>
          <a:xfrm>
            <a:off x="8110636" y="2844045"/>
            <a:ext cx="3200400" cy="2667000"/>
          </a:xfrm>
          <a:prstGeom prst="rect">
            <a:avLst/>
          </a:prstGeom>
          <a:solidFill>
            <a:schemeClr val="dk2"/>
          </a:solidFill>
          <a:ln>
            <a:noFill/>
          </a:ln>
        </p:spPr>
      </p:pic>
      <p:sp>
        <p:nvSpPr>
          <p:cNvPr id="224" name="Google Shape;224;p17"/>
          <p:cNvSpPr txBox="1"/>
          <p:nvPr/>
        </p:nvSpPr>
        <p:spPr>
          <a:xfrm>
            <a:off x="-170284" y="4437112"/>
            <a:ext cx="6096000" cy="175432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A7FF"/>
                </a:solidFill>
                <a:latin typeface="Arial"/>
                <a:ea typeface="Arial"/>
                <a:cs typeface="Arial"/>
                <a:sym typeface="Arial"/>
              </a:rPr>
              <a:t>REFERENCES</a:t>
            </a:r>
            <a:r>
              <a:rPr lang="en-US" sz="1800">
                <a:solidFill>
                  <a:srgbClr val="99DCFE"/>
                </a:solidFill>
                <a:latin typeface="Corbel"/>
                <a:ea typeface="Corbel"/>
                <a:cs typeface="Corbel"/>
                <a:sym typeface="Corbel"/>
              </a:rPr>
              <a:t> </a:t>
            </a:r>
            <a:endParaRPr/>
          </a:p>
          <a:p>
            <a:pPr indent="0" lvl="0" marL="0" marR="0" rtl="0" algn="ctr">
              <a:spcBef>
                <a:spcPts val="0"/>
              </a:spcBef>
              <a:spcAft>
                <a:spcPts val="0"/>
              </a:spcAft>
              <a:buNone/>
            </a:pPr>
            <a:r>
              <a:t/>
            </a:r>
            <a:endParaRPr sz="1800">
              <a:solidFill>
                <a:srgbClr val="99DCFE"/>
              </a:solidFill>
              <a:latin typeface="Corbel"/>
              <a:ea typeface="Corbel"/>
              <a:cs typeface="Corbel"/>
              <a:sym typeface="Corbel"/>
            </a:endParaRPr>
          </a:p>
          <a:p>
            <a:pPr indent="0" lvl="0" marL="0" marR="0" rtl="0" algn="ctr">
              <a:spcBef>
                <a:spcPts val="0"/>
              </a:spcBef>
              <a:spcAft>
                <a:spcPts val="0"/>
              </a:spcAft>
              <a:buNone/>
            </a:pPr>
            <a:r>
              <a:rPr lang="en-US" sz="1800">
                <a:solidFill>
                  <a:srgbClr val="99DCFE"/>
                </a:solidFill>
                <a:latin typeface="Corbel"/>
                <a:ea typeface="Corbel"/>
                <a:cs typeface="Corbel"/>
                <a:sym typeface="Corbel"/>
              </a:rPr>
              <a:t>Introduction to Python textbook</a:t>
            </a:r>
            <a:endParaRPr/>
          </a:p>
          <a:p>
            <a:pPr indent="0" lvl="0" marL="0" marR="0" rtl="0" algn="ctr">
              <a:spcBef>
                <a:spcPts val="0"/>
              </a:spcBef>
              <a:spcAft>
                <a:spcPts val="0"/>
              </a:spcAft>
              <a:buNone/>
            </a:pPr>
            <a:r>
              <a:rPr lang="en-US" sz="1800">
                <a:solidFill>
                  <a:srgbClr val="99DCFE"/>
                </a:solidFill>
                <a:latin typeface="Corbel"/>
                <a:ea typeface="Corbel"/>
                <a:cs typeface="Corbel"/>
                <a:sym typeface="Corbel"/>
              </a:rPr>
              <a:t>https://www.codecademy.com</a:t>
            </a:r>
            <a:endParaRPr/>
          </a:p>
          <a:p>
            <a:pPr indent="0" lvl="0" marL="0" marR="0" rtl="0" algn="ctr">
              <a:spcBef>
                <a:spcPts val="0"/>
              </a:spcBef>
              <a:spcAft>
                <a:spcPts val="0"/>
              </a:spcAft>
              <a:buNone/>
            </a:pPr>
            <a:r>
              <a:rPr lang="en-US" sz="1800">
                <a:solidFill>
                  <a:srgbClr val="99DCFE"/>
                </a:solidFill>
                <a:latin typeface="Corbel"/>
                <a:ea typeface="Corbel"/>
                <a:cs typeface="Corbel"/>
                <a:sym typeface="Corbel"/>
              </a:rPr>
              <a:t>https://www.blackbox.ai</a:t>
            </a:r>
            <a:endParaRPr/>
          </a:p>
          <a:p>
            <a:pPr indent="0" lvl="0" marL="0" marR="0" rtl="0" algn="ctr">
              <a:spcBef>
                <a:spcPts val="0"/>
              </a:spcBef>
              <a:spcAft>
                <a:spcPts val="0"/>
              </a:spcAft>
              <a:buNone/>
            </a:pPr>
            <a:r>
              <a:rPr lang="en-US" sz="1800">
                <a:solidFill>
                  <a:srgbClr val="99DCFE"/>
                </a:solidFill>
                <a:latin typeface="Corbel"/>
                <a:ea typeface="Corbel"/>
                <a:cs typeface="Corbel"/>
                <a:sym typeface="Corbel"/>
              </a:rPr>
              <a:t>https://www.geeksforgeeks.org</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18"/>
          <p:cNvSpPr txBox="1"/>
          <p:nvPr>
            <p:ph type="title"/>
          </p:nvPr>
        </p:nvSpPr>
        <p:spPr>
          <a:xfrm>
            <a:off x="1564464" y="838200"/>
            <a:ext cx="8495192" cy="720080"/>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90000"/>
              </a:lnSpc>
              <a:spcBef>
                <a:spcPts val="0"/>
              </a:spcBef>
              <a:spcAft>
                <a:spcPts val="0"/>
              </a:spcAft>
              <a:buClr>
                <a:srgbClr val="99DCFE"/>
              </a:buClr>
              <a:buSzPct val="100000"/>
              <a:buFont typeface="Corbel"/>
              <a:buNone/>
            </a:pPr>
            <a:r>
              <a:rPr lang="en-US">
                <a:solidFill>
                  <a:srgbClr val="99DCFE"/>
                </a:solidFill>
              </a:rPr>
              <a:t>FUTURE WORK</a:t>
            </a:r>
            <a:br>
              <a:rPr lang="en-US">
                <a:solidFill>
                  <a:srgbClr val="99DCFE"/>
                </a:solidFill>
              </a:rPr>
            </a:br>
            <a:endParaRPr>
              <a:solidFill>
                <a:srgbClr val="99DCFE"/>
              </a:solidFill>
            </a:endParaRPr>
          </a:p>
        </p:txBody>
      </p:sp>
      <p:sp>
        <p:nvSpPr>
          <p:cNvPr id="230" name="Google Shape;230;p18"/>
          <p:cNvSpPr txBox="1"/>
          <p:nvPr>
            <p:ph idx="1" type="body"/>
          </p:nvPr>
        </p:nvSpPr>
        <p:spPr>
          <a:xfrm>
            <a:off x="1065213" y="1628800"/>
            <a:ext cx="9493695" cy="4391000"/>
          </a:xfrm>
          <a:prstGeom prst="rect">
            <a:avLst/>
          </a:prstGeom>
          <a:noFill/>
          <a:ln>
            <a:noFill/>
          </a:ln>
        </p:spPr>
        <p:txBody>
          <a:bodyPr anchorCtr="0" anchor="t" bIns="45700" lIns="91425" spcFirstLastPara="1" rIns="91425" wrap="square" tIns="45700">
            <a:normAutofit fontScale="40000" lnSpcReduction="20000"/>
          </a:bodyPr>
          <a:lstStyle/>
          <a:p>
            <a:pPr indent="0" lvl="0" marL="0" rtl="0" algn="l">
              <a:lnSpc>
                <a:spcPct val="90000"/>
              </a:lnSpc>
              <a:spcBef>
                <a:spcPts val="0"/>
              </a:spcBef>
              <a:spcAft>
                <a:spcPts val="0"/>
              </a:spcAft>
              <a:buSzPct val="100000"/>
              <a:buNone/>
            </a:pPr>
            <a:r>
              <a:rPr b="0" i="0" lang="en-US" sz="6000">
                <a:solidFill>
                  <a:srgbClr val="99DCFE"/>
                </a:solidFill>
                <a:latin typeface="Arial"/>
                <a:ea typeface="Arial"/>
                <a:cs typeface="Arial"/>
                <a:sym typeface="Arial"/>
              </a:rPr>
              <a:t>Future developments can be pursued in several directions to enhance its functionality, security, and user experience. Here are some potential avenues for further development:</a:t>
            </a:r>
            <a:endParaRPr sz="6000">
              <a:solidFill>
                <a:srgbClr val="99DCFE"/>
              </a:solidFill>
              <a:latin typeface="Arial"/>
              <a:ea typeface="Arial"/>
              <a:cs typeface="Arial"/>
              <a:sym typeface="Arial"/>
            </a:endParaRPr>
          </a:p>
          <a:p>
            <a:pPr indent="-152400" lvl="0" marL="0" rtl="0" algn="l">
              <a:lnSpc>
                <a:spcPct val="90000"/>
              </a:lnSpc>
              <a:spcBef>
                <a:spcPts val="1200"/>
              </a:spcBef>
              <a:spcAft>
                <a:spcPts val="0"/>
              </a:spcAft>
              <a:buSzPct val="100000"/>
              <a:buFont typeface="Arial"/>
              <a:buChar char="•"/>
            </a:pPr>
            <a:r>
              <a:rPr b="1" i="0" lang="en-US" sz="6000">
                <a:solidFill>
                  <a:srgbClr val="99DCFE"/>
                </a:solidFill>
              </a:rPr>
              <a:t>Integration with Biometrics:</a:t>
            </a:r>
            <a:r>
              <a:rPr b="0" i="0" lang="en-US" sz="6000">
                <a:solidFill>
                  <a:srgbClr val="99DCFE"/>
                </a:solidFill>
              </a:rPr>
              <a:t> Investigate the integration of biometric authentication methods, such as fingerprint or facial recognition.</a:t>
            </a:r>
            <a:endParaRPr sz="6000">
              <a:solidFill>
                <a:srgbClr val="99DCFE"/>
              </a:solidFill>
            </a:endParaRPr>
          </a:p>
          <a:p>
            <a:pPr indent="-152400" lvl="0" marL="0" rtl="0" algn="l">
              <a:lnSpc>
                <a:spcPct val="90000"/>
              </a:lnSpc>
              <a:spcBef>
                <a:spcPts val="1200"/>
              </a:spcBef>
              <a:spcAft>
                <a:spcPts val="0"/>
              </a:spcAft>
              <a:buSzPct val="100000"/>
              <a:buFont typeface="Arial"/>
              <a:buChar char="•"/>
            </a:pPr>
            <a:r>
              <a:rPr b="1" i="0" lang="en-US" sz="6000">
                <a:solidFill>
                  <a:srgbClr val="99DCFE"/>
                </a:solidFill>
              </a:rPr>
              <a:t>Machine Learning Integration</a:t>
            </a:r>
            <a:r>
              <a:rPr b="0" i="0" lang="en-US" sz="6000">
                <a:solidFill>
                  <a:srgbClr val="99DCFE"/>
                </a:solidFill>
              </a:rPr>
              <a:t>: Explore the integration of machine learning algorithms to analyze and adapt to evolving cybersecurity threats.</a:t>
            </a:r>
            <a:endParaRPr sz="6000">
              <a:solidFill>
                <a:srgbClr val="99DCFE"/>
              </a:solidFill>
            </a:endParaRPr>
          </a:p>
          <a:p>
            <a:pPr indent="0" lvl="0" marL="0" rtl="0" algn="l">
              <a:lnSpc>
                <a:spcPct val="90000"/>
              </a:lnSpc>
              <a:spcBef>
                <a:spcPts val="1200"/>
              </a:spcBef>
              <a:spcAft>
                <a:spcPts val="0"/>
              </a:spcAft>
              <a:buSzPct val="100000"/>
              <a:buNone/>
            </a:pPr>
            <a:r>
              <a:rPr b="1" i="0" lang="en-US" sz="6000">
                <a:solidFill>
                  <a:srgbClr val="99DCFE"/>
                </a:solidFill>
              </a:rPr>
              <a:t>Cross Platform Compatibility:</a:t>
            </a:r>
            <a:r>
              <a:rPr b="0" i="0" lang="en-US" sz="6000">
                <a:solidFill>
                  <a:srgbClr val="99DCFE"/>
                </a:solidFill>
              </a:rPr>
              <a:t> Ensure the password generator is compatible with a wide range of platforms and operating systems, catering to the diverse needs of users across different devices.</a:t>
            </a:r>
            <a:endParaRPr/>
          </a:p>
          <a:p>
            <a:pPr indent="0" lvl="0" marL="0" rtl="0" algn="l">
              <a:lnSpc>
                <a:spcPct val="90000"/>
              </a:lnSpc>
              <a:spcBef>
                <a:spcPts val="1200"/>
              </a:spcBef>
              <a:spcAft>
                <a:spcPts val="0"/>
              </a:spcAft>
              <a:buSzPct val="100000"/>
              <a:buNone/>
            </a:pPr>
            <a:r>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19"/>
          <p:cNvSpPr txBox="1"/>
          <p:nvPr>
            <p:ph type="title"/>
          </p:nvPr>
        </p:nvSpPr>
        <p:spPr>
          <a:xfrm>
            <a:off x="6094412" y="836712"/>
            <a:ext cx="4246431" cy="731912"/>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rgbClr val="1376FF"/>
              </a:buClr>
              <a:buSzPts val="4400"/>
              <a:buFont typeface="Arial"/>
              <a:buNone/>
            </a:pPr>
            <a:r>
              <a:rPr lang="en-US" sz="4400">
                <a:solidFill>
                  <a:srgbClr val="1376FF"/>
                </a:solidFill>
                <a:latin typeface="Arial"/>
                <a:ea typeface="Arial"/>
                <a:cs typeface="Arial"/>
                <a:sym typeface="Arial"/>
              </a:rPr>
              <a:t>CONCLUSION</a:t>
            </a:r>
            <a:endParaRPr/>
          </a:p>
        </p:txBody>
      </p:sp>
      <p:sp>
        <p:nvSpPr>
          <p:cNvPr id="236" name="Google Shape;236;p19"/>
          <p:cNvSpPr txBox="1"/>
          <p:nvPr>
            <p:ph idx="1" type="body"/>
          </p:nvPr>
        </p:nvSpPr>
        <p:spPr>
          <a:xfrm>
            <a:off x="5783191" y="1916832"/>
            <a:ext cx="6198287" cy="4339449"/>
          </a:xfrm>
          <a:prstGeom prst="rect">
            <a:avLst/>
          </a:prstGeom>
          <a:noFill/>
          <a:ln>
            <a:noFill/>
          </a:ln>
        </p:spPr>
        <p:txBody>
          <a:bodyPr anchorCtr="0" anchor="t" bIns="45700" lIns="91425" spcFirstLastPara="1" rIns="91425" wrap="square" tIns="45700">
            <a:normAutofit/>
          </a:bodyPr>
          <a:lstStyle/>
          <a:p>
            <a:pPr indent="0" lvl="0" marL="99060" marR="102870" rtl="0" algn="ctr">
              <a:lnSpc>
                <a:spcPct val="102299"/>
              </a:lnSpc>
              <a:spcBef>
                <a:spcPts val="0"/>
              </a:spcBef>
              <a:spcAft>
                <a:spcPts val="0"/>
              </a:spcAft>
              <a:buSzPts val="2400"/>
              <a:buNone/>
            </a:pPr>
            <a:r>
              <a:rPr lang="en-US" sz="2400">
                <a:solidFill>
                  <a:srgbClr val="F2F2F2"/>
                </a:solidFill>
              </a:rPr>
              <a:t>In conclusion, Python-based password  generation plays a pivotal role in enhancing  security by providing robust and reliable  methods for creating secure passwords.</a:t>
            </a:r>
            <a:endParaRPr/>
          </a:p>
          <a:p>
            <a:pPr indent="0" lvl="0" marL="635" marR="5080" rtl="0" algn="ctr">
              <a:lnSpc>
                <a:spcPct val="101699"/>
              </a:lnSpc>
              <a:spcBef>
                <a:spcPts val="25"/>
              </a:spcBef>
              <a:spcAft>
                <a:spcPts val="0"/>
              </a:spcAft>
              <a:buSzPts val="2400"/>
              <a:buNone/>
            </a:pPr>
            <a:r>
              <a:rPr lang="en-US" sz="2400">
                <a:solidFill>
                  <a:srgbClr val="F2F2F2"/>
                </a:solidFill>
              </a:rPr>
              <a:t>Embracing Python's capabilities is essential for  safeguarding sensitive information</a:t>
            </a:r>
            <a:endParaRPr sz="2400">
              <a:solidFill>
                <a:srgbClr val="F2F2F2"/>
              </a:solidFill>
            </a:endParaRPr>
          </a:p>
        </p:txBody>
      </p:sp>
      <p:pic>
        <p:nvPicPr>
          <p:cNvPr id="237" name="Google Shape;237;p19"/>
          <p:cNvPicPr preferRelativeResize="0"/>
          <p:nvPr>
            <p:ph idx="2" type="body"/>
          </p:nvPr>
        </p:nvPicPr>
        <p:blipFill rotWithShape="1">
          <a:blip r:embed="rId3">
            <a:alphaModFix/>
          </a:blip>
          <a:srcRect b="2000" l="558" r="1608" t="-2000"/>
          <a:stretch/>
        </p:blipFill>
        <p:spPr>
          <a:xfrm>
            <a:off x="182924" y="1772816"/>
            <a:ext cx="5600268" cy="4608512"/>
          </a:xfrm>
          <a:prstGeom prst="rect">
            <a:avLst/>
          </a:prstGeom>
          <a:noFill/>
          <a:ln>
            <a:noFill/>
          </a:ln>
        </p:spPr>
      </p:pic>
      <p:grpSp>
        <p:nvGrpSpPr>
          <p:cNvPr id="238" name="Google Shape;238;p19"/>
          <p:cNvGrpSpPr/>
          <p:nvPr/>
        </p:nvGrpSpPr>
        <p:grpSpPr>
          <a:xfrm rot="-10368042">
            <a:off x="7908380" y="4223319"/>
            <a:ext cx="4147370" cy="2384203"/>
            <a:chOff x="1512" y="0"/>
            <a:chExt cx="2156434" cy="2384203"/>
          </a:xfrm>
        </p:grpSpPr>
        <p:sp>
          <p:nvSpPr>
            <p:cNvPr id="239" name="Google Shape;239;p19"/>
            <p:cNvSpPr/>
            <p:nvPr/>
          </p:nvSpPr>
          <p:spPr>
            <a:xfrm>
              <a:off x="1706462" y="0"/>
              <a:ext cx="451484" cy="389890"/>
            </a:xfrm>
            <a:custGeom>
              <a:rect b="b" l="l" r="r" t="t"/>
              <a:pathLst>
                <a:path extrusionOk="0" h="389890" w="451485">
                  <a:moveTo>
                    <a:pt x="451374" y="0"/>
                  </a:moveTo>
                  <a:lnTo>
                    <a:pt x="327853" y="0"/>
                  </a:lnTo>
                  <a:lnTo>
                    <a:pt x="0" y="328147"/>
                  </a:lnTo>
                  <a:lnTo>
                    <a:pt x="61438" y="389582"/>
                  </a:lnTo>
                  <a:lnTo>
                    <a:pt x="451374" y="0"/>
                  </a:lnTo>
                  <a:close/>
                </a:path>
              </a:pathLst>
            </a:custGeom>
            <a:solidFill>
              <a:srgbClr val="6FB0DA"/>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240" name="Google Shape;240;p19"/>
            <p:cNvSpPr/>
            <p:nvPr/>
          </p:nvSpPr>
          <p:spPr>
            <a:xfrm>
              <a:off x="922592" y="193548"/>
              <a:ext cx="1111250" cy="1111250"/>
            </a:xfrm>
            <a:custGeom>
              <a:rect b="b" l="l" r="r" t="t"/>
              <a:pathLst>
                <a:path extrusionOk="0" h="1111250" w="1111250">
                  <a:moveTo>
                    <a:pt x="555997" y="0"/>
                  </a:moveTo>
                  <a:lnTo>
                    <a:pt x="0" y="555604"/>
                  </a:lnTo>
                  <a:lnTo>
                    <a:pt x="555997" y="1111209"/>
                  </a:lnTo>
                  <a:lnTo>
                    <a:pt x="1111197" y="555604"/>
                  </a:lnTo>
                  <a:lnTo>
                    <a:pt x="555997" y="0"/>
                  </a:lnTo>
                  <a:close/>
                </a:path>
              </a:pathLst>
            </a:custGeom>
            <a:solidFill>
              <a:srgbClr val="484C6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241" name="Google Shape;241;p19"/>
            <p:cNvSpPr/>
            <p:nvPr/>
          </p:nvSpPr>
          <p:spPr>
            <a:xfrm>
              <a:off x="1512" y="322993"/>
              <a:ext cx="1429385" cy="2061210"/>
            </a:xfrm>
            <a:custGeom>
              <a:rect b="b" l="l" r="r" t="t"/>
              <a:pathLst>
                <a:path extrusionOk="0" h="2061210" w="1429385">
                  <a:moveTo>
                    <a:pt x="398644" y="0"/>
                  </a:moveTo>
                  <a:lnTo>
                    <a:pt x="0" y="398644"/>
                  </a:lnTo>
                  <a:lnTo>
                    <a:pt x="0" y="1662717"/>
                  </a:lnTo>
                  <a:lnTo>
                    <a:pt x="398644" y="2061054"/>
                  </a:lnTo>
                  <a:lnTo>
                    <a:pt x="1428774" y="1030924"/>
                  </a:lnTo>
                  <a:lnTo>
                    <a:pt x="398644" y="0"/>
                  </a:lnTo>
                  <a:close/>
                </a:path>
              </a:pathLst>
            </a:custGeom>
            <a:solidFill>
              <a:srgbClr val="6FB0DA"/>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242" name="Google Shape;242;p19"/>
            <p:cNvSpPr/>
            <p:nvPr/>
          </p:nvSpPr>
          <p:spPr>
            <a:xfrm>
              <a:off x="182483" y="0"/>
              <a:ext cx="1385570" cy="692785"/>
            </a:xfrm>
            <a:custGeom>
              <a:rect b="b" l="l" r="r" t="t"/>
              <a:pathLst>
                <a:path extrusionOk="0" h="692785" w="1385570">
                  <a:moveTo>
                    <a:pt x="1385427" y="0"/>
                  </a:moveTo>
                  <a:lnTo>
                    <a:pt x="0" y="0"/>
                  </a:lnTo>
                  <a:lnTo>
                    <a:pt x="692710" y="692456"/>
                  </a:lnTo>
                  <a:lnTo>
                    <a:pt x="1385427" y="0"/>
                  </a:lnTo>
                  <a:close/>
                </a:path>
              </a:pathLst>
            </a:custGeom>
            <a:solidFill>
              <a:srgbClr val="484C6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grpSp>
    </p:spTree>
  </p:cSld>
  <p:clrMapOvr>
    <a:masterClrMapping/>
  </p:clrMapOvr>
  <mc:AlternateContent>
    <mc:Choice Requires="p14">
      <p:transition spd="slow" p14:dur="700">
        <p:fade/>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20"/>
          <p:cNvSpPr txBox="1"/>
          <p:nvPr>
            <p:ph type="title"/>
          </p:nvPr>
        </p:nvSpPr>
        <p:spPr>
          <a:xfrm>
            <a:off x="1334413" y="515485"/>
            <a:ext cx="5309547" cy="26670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F2F2F2"/>
              </a:buClr>
              <a:buSzPts val="6000"/>
              <a:buFont typeface="Arial"/>
              <a:buNone/>
            </a:pPr>
            <a:r>
              <a:rPr lang="en-US" sz="6000">
                <a:solidFill>
                  <a:srgbClr val="F2F2F2"/>
                </a:solidFill>
                <a:latin typeface="Arial"/>
                <a:ea typeface="Arial"/>
                <a:cs typeface="Arial"/>
                <a:sym typeface="Arial"/>
              </a:rPr>
              <a:t>THANKS!</a:t>
            </a:r>
            <a:endParaRPr/>
          </a:p>
        </p:txBody>
      </p:sp>
      <p:grpSp>
        <p:nvGrpSpPr>
          <p:cNvPr id="248" name="Google Shape;248;p20"/>
          <p:cNvGrpSpPr/>
          <p:nvPr/>
        </p:nvGrpSpPr>
        <p:grpSpPr>
          <a:xfrm>
            <a:off x="6064580" y="1052736"/>
            <a:ext cx="5979057" cy="4012249"/>
            <a:chOff x="2924449" y="346792"/>
            <a:chExt cx="2922656" cy="2427980"/>
          </a:xfrm>
        </p:grpSpPr>
        <p:sp>
          <p:nvSpPr>
            <p:cNvPr id="249" name="Google Shape;249;p20"/>
            <p:cNvSpPr/>
            <p:nvPr/>
          </p:nvSpPr>
          <p:spPr>
            <a:xfrm>
              <a:off x="3569360" y="713562"/>
              <a:ext cx="2277745" cy="2061210"/>
            </a:xfrm>
            <a:custGeom>
              <a:rect b="b" l="l" r="r" t="t"/>
              <a:pathLst>
                <a:path extrusionOk="0" h="2061210" w="2277745">
                  <a:moveTo>
                    <a:pt x="940117" y="1208417"/>
                  </a:moveTo>
                  <a:lnTo>
                    <a:pt x="556412" y="824699"/>
                  </a:lnTo>
                  <a:lnTo>
                    <a:pt x="0" y="1380299"/>
                  </a:lnTo>
                  <a:lnTo>
                    <a:pt x="384530" y="1764030"/>
                  </a:lnTo>
                  <a:lnTo>
                    <a:pt x="940117" y="1208417"/>
                  </a:lnTo>
                  <a:close/>
                </a:path>
                <a:path extrusionOk="0" h="2061210" w="2277745">
                  <a:moveTo>
                    <a:pt x="2277376" y="396887"/>
                  </a:moveTo>
                  <a:lnTo>
                    <a:pt x="1880641" y="0"/>
                  </a:lnTo>
                  <a:lnTo>
                    <a:pt x="850112" y="1030922"/>
                  </a:lnTo>
                  <a:lnTo>
                    <a:pt x="1880641" y="2061057"/>
                  </a:lnTo>
                  <a:lnTo>
                    <a:pt x="2277376" y="1664474"/>
                  </a:lnTo>
                  <a:lnTo>
                    <a:pt x="2277376" y="396887"/>
                  </a:lnTo>
                  <a:close/>
                </a:path>
              </a:pathLst>
            </a:custGeom>
            <a:solidFill>
              <a:srgbClr val="484C6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250" name="Google Shape;250;p20"/>
            <p:cNvSpPr/>
            <p:nvPr/>
          </p:nvSpPr>
          <p:spPr>
            <a:xfrm>
              <a:off x="3166567" y="1037983"/>
              <a:ext cx="989965" cy="1086485"/>
            </a:xfrm>
            <a:custGeom>
              <a:rect b="b" l="l" r="r" t="t"/>
              <a:pathLst>
                <a:path extrusionOk="0" h="1086485" w="989964">
                  <a:moveTo>
                    <a:pt x="955941" y="61429"/>
                  </a:moveTo>
                  <a:lnTo>
                    <a:pt x="894486" y="0"/>
                  </a:lnTo>
                  <a:lnTo>
                    <a:pt x="0" y="893686"/>
                  </a:lnTo>
                  <a:lnTo>
                    <a:pt x="62230" y="955929"/>
                  </a:lnTo>
                  <a:lnTo>
                    <a:pt x="955941" y="61429"/>
                  </a:lnTo>
                  <a:close/>
                </a:path>
                <a:path extrusionOk="0" h="1086485" w="989964">
                  <a:moveTo>
                    <a:pt x="989584" y="530656"/>
                  </a:moveTo>
                  <a:lnTo>
                    <a:pt x="787323" y="328409"/>
                  </a:lnTo>
                  <a:lnTo>
                    <a:pt x="231736" y="883996"/>
                  </a:lnTo>
                  <a:lnTo>
                    <a:pt x="433971" y="1086269"/>
                  </a:lnTo>
                  <a:lnTo>
                    <a:pt x="989584" y="530656"/>
                  </a:lnTo>
                  <a:close/>
                </a:path>
              </a:pathLst>
            </a:custGeom>
            <a:solidFill>
              <a:srgbClr val="6FB0DA"/>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251" name="Google Shape;251;p20"/>
            <p:cNvSpPr/>
            <p:nvPr/>
          </p:nvSpPr>
          <p:spPr>
            <a:xfrm>
              <a:off x="2924449" y="346792"/>
              <a:ext cx="566420" cy="566420"/>
            </a:xfrm>
            <a:custGeom>
              <a:rect b="b" l="l" r="r" t="t"/>
              <a:pathLst>
                <a:path extrusionOk="0" h="566419" w="566420">
                  <a:moveTo>
                    <a:pt x="282717" y="0"/>
                  </a:moveTo>
                  <a:lnTo>
                    <a:pt x="0" y="282726"/>
                  </a:lnTo>
                  <a:lnTo>
                    <a:pt x="282717" y="566251"/>
                  </a:lnTo>
                  <a:lnTo>
                    <a:pt x="566272" y="282726"/>
                  </a:lnTo>
                  <a:lnTo>
                    <a:pt x="282717" y="0"/>
                  </a:lnTo>
                  <a:close/>
                </a:path>
              </a:pathLst>
            </a:custGeom>
            <a:solidFill>
              <a:srgbClr val="484C6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252" name="Google Shape;252;p20"/>
            <p:cNvSpPr/>
            <p:nvPr/>
          </p:nvSpPr>
          <p:spPr>
            <a:xfrm>
              <a:off x="3078662" y="499408"/>
              <a:ext cx="262255" cy="262255"/>
            </a:xfrm>
            <a:custGeom>
              <a:rect b="b" l="l" r="r" t="t"/>
              <a:pathLst>
                <a:path extrusionOk="0" h="262255" w="262254">
                  <a:moveTo>
                    <a:pt x="223266" y="0"/>
                  </a:moveTo>
                  <a:lnTo>
                    <a:pt x="38557" y="0"/>
                  </a:lnTo>
                  <a:lnTo>
                    <a:pt x="23724" y="2973"/>
                  </a:lnTo>
                  <a:lnTo>
                    <a:pt x="11449" y="11140"/>
                  </a:lnTo>
                  <a:lnTo>
                    <a:pt x="3088" y="23375"/>
                  </a:lnTo>
                  <a:lnTo>
                    <a:pt x="0" y="38551"/>
                  </a:lnTo>
                  <a:lnTo>
                    <a:pt x="0" y="224049"/>
                  </a:lnTo>
                  <a:lnTo>
                    <a:pt x="2972" y="238864"/>
                  </a:lnTo>
                  <a:lnTo>
                    <a:pt x="11140" y="251047"/>
                  </a:lnTo>
                  <a:lnTo>
                    <a:pt x="23377" y="259167"/>
                  </a:lnTo>
                  <a:lnTo>
                    <a:pt x="38557" y="261792"/>
                  </a:lnTo>
                  <a:lnTo>
                    <a:pt x="223266" y="261792"/>
                  </a:lnTo>
                  <a:lnTo>
                    <a:pt x="238098" y="258830"/>
                  </a:lnTo>
                  <a:lnTo>
                    <a:pt x="250374" y="250748"/>
                  </a:lnTo>
                  <a:lnTo>
                    <a:pt x="253315" y="246528"/>
                  </a:lnTo>
                  <a:lnTo>
                    <a:pt x="38557" y="246528"/>
                  </a:lnTo>
                  <a:lnTo>
                    <a:pt x="29492" y="244696"/>
                  </a:lnTo>
                  <a:lnTo>
                    <a:pt x="22090" y="239702"/>
                  </a:lnTo>
                  <a:lnTo>
                    <a:pt x="17100" y="232300"/>
                  </a:lnTo>
                  <a:lnTo>
                    <a:pt x="15270" y="223241"/>
                  </a:lnTo>
                  <a:lnTo>
                    <a:pt x="15270" y="38551"/>
                  </a:lnTo>
                  <a:lnTo>
                    <a:pt x="17100" y="29486"/>
                  </a:lnTo>
                  <a:lnTo>
                    <a:pt x="22090" y="22083"/>
                  </a:lnTo>
                  <a:lnTo>
                    <a:pt x="29521" y="17085"/>
                  </a:lnTo>
                  <a:lnTo>
                    <a:pt x="38557" y="15261"/>
                  </a:lnTo>
                  <a:lnTo>
                    <a:pt x="253881" y="15261"/>
                  </a:lnTo>
                  <a:lnTo>
                    <a:pt x="250576" y="11237"/>
                  </a:lnTo>
                  <a:lnTo>
                    <a:pt x="244731" y="6433"/>
                  </a:lnTo>
                  <a:lnTo>
                    <a:pt x="238132" y="2908"/>
                  </a:lnTo>
                  <a:lnTo>
                    <a:pt x="230927" y="739"/>
                  </a:lnTo>
                  <a:lnTo>
                    <a:pt x="223266" y="0"/>
                  </a:lnTo>
                  <a:close/>
                </a:path>
                <a:path extrusionOk="0" h="262255" w="262254">
                  <a:moveTo>
                    <a:pt x="198422" y="31152"/>
                  </a:moveTo>
                  <a:lnTo>
                    <a:pt x="190347" y="31312"/>
                  </a:lnTo>
                  <a:lnTo>
                    <a:pt x="180715" y="31312"/>
                  </a:lnTo>
                  <a:lnTo>
                    <a:pt x="176692" y="32122"/>
                  </a:lnTo>
                  <a:lnTo>
                    <a:pt x="137799" y="52685"/>
                  </a:lnTo>
                  <a:lnTo>
                    <a:pt x="130911" y="76294"/>
                  </a:lnTo>
                  <a:lnTo>
                    <a:pt x="130911" y="108405"/>
                  </a:lnTo>
                  <a:lnTo>
                    <a:pt x="111648" y="108405"/>
                  </a:lnTo>
                  <a:lnTo>
                    <a:pt x="107624" y="111620"/>
                  </a:lnTo>
                  <a:lnTo>
                    <a:pt x="107624" y="150171"/>
                  </a:lnTo>
                  <a:lnTo>
                    <a:pt x="110825" y="154186"/>
                  </a:lnTo>
                  <a:lnTo>
                    <a:pt x="130911" y="154186"/>
                  </a:lnTo>
                  <a:lnTo>
                    <a:pt x="130911" y="246528"/>
                  </a:lnTo>
                  <a:lnTo>
                    <a:pt x="146182" y="246528"/>
                  </a:lnTo>
                  <a:lnTo>
                    <a:pt x="146182" y="142134"/>
                  </a:lnTo>
                  <a:lnTo>
                    <a:pt x="143594" y="138921"/>
                  </a:lnTo>
                  <a:lnTo>
                    <a:pt x="122895" y="138921"/>
                  </a:lnTo>
                  <a:lnTo>
                    <a:pt x="122895" y="123669"/>
                  </a:lnTo>
                  <a:lnTo>
                    <a:pt x="142951" y="123669"/>
                  </a:lnTo>
                  <a:lnTo>
                    <a:pt x="146974" y="120453"/>
                  </a:lnTo>
                  <a:lnTo>
                    <a:pt x="146182" y="115631"/>
                  </a:lnTo>
                  <a:lnTo>
                    <a:pt x="146182" y="64245"/>
                  </a:lnTo>
                  <a:lnTo>
                    <a:pt x="182331" y="46576"/>
                  </a:lnTo>
                  <a:lnTo>
                    <a:pt x="187147" y="46576"/>
                  </a:lnTo>
                  <a:lnTo>
                    <a:pt x="191140" y="45777"/>
                  </a:lnTo>
                  <a:lnTo>
                    <a:pt x="228657" y="45777"/>
                  </a:lnTo>
                  <a:lnTo>
                    <a:pt x="228904" y="44171"/>
                  </a:lnTo>
                  <a:lnTo>
                    <a:pt x="229697" y="40148"/>
                  </a:lnTo>
                  <a:lnTo>
                    <a:pt x="227289" y="36944"/>
                  </a:lnTo>
                  <a:lnTo>
                    <a:pt x="223266" y="35335"/>
                  </a:lnTo>
                  <a:lnTo>
                    <a:pt x="215190" y="33239"/>
                  </a:lnTo>
                  <a:lnTo>
                    <a:pt x="206806" y="31819"/>
                  </a:lnTo>
                  <a:lnTo>
                    <a:pt x="198422" y="31152"/>
                  </a:lnTo>
                  <a:close/>
                </a:path>
                <a:path extrusionOk="0" h="262255" w="262254">
                  <a:moveTo>
                    <a:pt x="198363" y="65852"/>
                  </a:moveTo>
                  <a:lnTo>
                    <a:pt x="193548" y="65852"/>
                  </a:lnTo>
                  <a:lnTo>
                    <a:pt x="191140" y="66650"/>
                  </a:lnTo>
                  <a:lnTo>
                    <a:pt x="181543" y="69627"/>
                  </a:lnTo>
                  <a:lnTo>
                    <a:pt x="174578" y="74783"/>
                  </a:lnTo>
                  <a:lnTo>
                    <a:pt x="170474" y="81915"/>
                  </a:lnTo>
                  <a:lnTo>
                    <a:pt x="169468" y="90748"/>
                  </a:lnTo>
                  <a:lnTo>
                    <a:pt x="169468" y="119655"/>
                  </a:lnTo>
                  <a:lnTo>
                    <a:pt x="172669" y="123669"/>
                  </a:lnTo>
                  <a:lnTo>
                    <a:pt x="205618" y="123669"/>
                  </a:lnTo>
                  <a:lnTo>
                    <a:pt x="201594" y="138921"/>
                  </a:lnTo>
                  <a:lnTo>
                    <a:pt x="172669" y="138921"/>
                  </a:lnTo>
                  <a:lnTo>
                    <a:pt x="168645" y="142134"/>
                  </a:lnTo>
                  <a:lnTo>
                    <a:pt x="169468" y="146148"/>
                  </a:lnTo>
                  <a:lnTo>
                    <a:pt x="169468" y="246528"/>
                  </a:lnTo>
                  <a:lnTo>
                    <a:pt x="184708" y="246528"/>
                  </a:lnTo>
                  <a:lnTo>
                    <a:pt x="184708" y="154186"/>
                  </a:lnTo>
                  <a:lnTo>
                    <a:pt x="211226" y="154186"/>
                  </a:lnTo>
                  <a:lnTo>
                    <a:pt x="214426" y="151781"/>
                  </a:lnTo>
                  <a:lnTo>
                    <a:pt x="215249" y="148565"/>
                  </a:lnTo>
                  <a:lnTo>
                    <a:pt x="222473" y="118049"/>
                  </a:lnTo>
                  <a:lnTo>
                    <a:pt x="223266" y="115631"/>
                  </a:lnTo>
                  <a:lnTo>
                    <a:pt x="221681" y="110822"/>
                  </a:lnTo>
                  <a:lnTo>
                    <a:pt x="220065" y="109215"/>
                  </a:lnTo>
                  <a:lnTo>
                    <a:pt x="218852" y="108405"/>
                  </a:lnTo>
                  <a:lnTo>
                    <a:pt x="184708" y="108405"/>
                  </a:lnTo>
                  <a:lnTo>
                    <a:pt x="184708" y="87532"/>
                  </a:lnTo>
                  <a:lnTo>
                    <a:pt x="185531" y="83521"/>
                  </a:lnTo>
                  <a:lnTo>
                    <a:pt x="194370" y="81915"/>
                  </a:lnTo>
                  <a:lnTo>
                    <a:pt x="197571" y="81915"/>
                  </a:lnTo>
                  <a:lnTo>
                    <a:pt x="199186" y="81104"/>
                  </a:lnTo>
                  <a:lnTo>
                    <a:pt x="222464" y="81104"/>
                  </a:lnTo>
                  <a:lnTo>
                    <a:pt x="224058" y="79497"/>
                  </a:lnTo>
                  <a:lnTo>
                    <a:pt x="224058" y="77888"/>
                  </a:lnTo>
                  <a:lnTo>
                    <a:pt x="225515" y="67458"/>
                  </a:lnTo>
                  <a:lnTo>
                    <a:pt x="210433" y="67458"/>
                  </a:lnTo>
                  <a:lnTo>
                    <a:pt x="207203" y="66650"/>
                  </a:lnTo>
                  <a:lnTo>
                    <a:pt x="203210" y="66650"/>
                  </a:lnTo>
                  <a:lnTo>
                    <a:pt x="198363" y="65852"/>
                  </a:lnTo>
                  <a:close/>
                </a:path>
                <a:path extrusionOk="0" h="262255" w="262254">
                  <a:moveTo>
                    <a:pt x="253881" y="15261"/>
                  </a:moveTo>
                  <a:lnTo>
                    <a:pt x="223266" y="15261"/>
                  </a:lnTo>
                  <a:lnTo>
                    <a:pt x="232330" y="17091"/>
                  </a:lnTo>
                  <a:lnTo>
                    <a:pt x="239732" y="22083"/>
                  </a:lnTo>
                  <a:lnTo>
                    <a:pt x="244722" y="29486"/>
                  </a:lnTo>
                  <a:lnTo>
                    <a:pt x="246552" y="38551"/>
                  </a:lnTo>
                  <a:lnTo>
                    <a:pt x="246552" y="224049"/>
                  </a:lnTo>
                  <a:lnTo>
                    <a:pt x="244722" y="233095"/>
                  </a:lnTo>
                  <a:lnTo>
                    <a:pt x="239732" y="240410"/>
                  </a:lnTo>
                  <a:lnTo>
                    <a:pt x="232330" y="245164"/>
                  </a:lnTo>
                  <a:lnTo>
                    <a:pt x="223266" y="246528"/>
                  </a:lnTo>
                  <a:lnTo>
                    <a:pt x="253315" y="246528"/>
                  </a:lnTo>
                  <a:lnTo>
                    <a:pt x="258734" y="238752"/>
                  </a:lnTo>
                  <a:lnTo>
                    <a:pt x="261823" y="224049"/>
                  </a:lnTo>
                  <a:lnTo>
                    <a:pt x="261823" y="38551"/>
                  </a:lnTo>
                  <a:lnTo>
                    <a:pt x="261081" y="30894"/>
                  </a:lnTo>
                  <a:lnTo>
                    <a:pt x="258908" y="23688"/>
                  </a:lnTo>
                  <a:lnTo>
                    <a:pt x="255380" y="17085"/>
                  </a:lnTo>
                  <a:lnTo>
                    <a:pt x="253881" y="15261"/>
                  </a:lnTo>
                  <a:close/>
                </a:path>
                <a:path extrusionOk="0" h="262255" w="262254">
                  <a:moveTo>
                    <a:pt x="142951" y="138123"/>
                  </a:moveTo>
                  <a:lnTo>
                    <a:pt x="138927" y="138921"/>
                  </a:lnTo>
                  <a:lnTo>
                    <a:pt x="143594" y="138921"/>
                  </a:lnTo>
                  <a:lnTo>
                    <a:pt x="142951" y="138123"/>
                  </a:lnTo>
                  <a:close/>
                </a:path>
                <a:path extrusionOk="0" h="262255" w="262254">
                  <a:moveTo>
                    <a:pt x="217657" y="107606"/>
                  </a:moveTo>
                  <a:lnTo>
                    <a:pt x="215249" y="108405"/>
                  </a:lnTo>
                  <a:lnTo>
                    <a:pt x="218852" y="108405"/>
                  </a:lnTo>
                  <a:lnTo>
                    <a:pt x="217657" y="107606"/>
                  </a:lnTo>
                  <a:close/>
                </a:path>
                <a:path extrusionOk="0" h="262255" w="262254">
                  <a:moveTo>
                    <a:pt x="222464" y="81104"/>
                  </a:moveTo>
                  <a:lnTo>
                    <a:pt x="204002" y="81104"/>
                  </a:lnTo>
                  <a:lnTo>
                    <a:pt x="208818" y="81915"/>
                  </a:lnTo>
                  <a:lnTo>
                    <a:pt x="212049" y="83521"/>
                  </a:lnTo>
                  <a:lnTo>
                    <a:pt x="213634" y="83521"/>
                  </a:lnTo>
                  <a:lnTo>
                    <a:pt x="215249" y="84319"/>
                  </a:lnTo>
                  <a:lnTo>
                    <a:pt x="219273" y="84319"/>
                  </a:lnTo>
                  <a:lnTo>
                    <a:pt x="222464" y="81104"/>
                  </a:lnTo>
                  <a:close/>
                </a:path>
                <a:path extrusionOk="0" h="262255" w="262254">
                  <a:moveTo>
                    <a:pt x="228657" y="45777"/>
                  </a:moveTo>
                  <a:lnTo>
                    <a:pt x="198363" y="45777"/>
                  </a:lnTo>
                  <a:lnTo>
                    <a:pt x="205618" y="46576"/>
                  </a:lnTo>
                  <a:lnTo>
                    <a:pt x="212841" y="48981"/>
                  </a:lnTo>
                  <a:lnTo>
                    <a:pt x="211866" y="57018"/>
                  </a:lnTo>
                  <a:lnTo>
                    <a:pt x="211226" y="62636"/>
                  </a:lnTo>
                  <a:lnTo>
                    <a:pt x="210433" y="67458"/>
                  </a:lnTo>
                  <a:lnTo>
                    <a:pt x="225515" y="67458"/>
                  </a:lnTo>
                  <a:lnTo>
                    <a:pt x="227205" y="55409"/>
                  </a:lnTo>
                  <a:lnTo>
                    <a:pt x="228657" y="45777"/>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253" name="Google Shape;253;p20"/>
            <p:cNvSpPr/>
            <p:nvPr/>
          </p:nvSpPr>
          <p:spPr>
            <a:xfrm>
              <a:off x="4190936" y="346798"/>
              <a:ext cx="1200150" cy="566420"/>
            </a:xfrm>
            <a:custGeom>
              <a:rect b="b" l="l" r="r" t="t"/>
              <a:pathLst>
                <a:path extrusionOk="0" h="566419" w="1200150">
                  <a:moveTo>
                    <a:pt x="566254" y="282727"/>
                  </a:moveTo>
                  <a:lnTo>
                    <a:pt x="282727" y="0"/>
                  </a:lnTo>
                  <a:lnTo>
                    <a:pt x="0" y="282727"/>
                  </a:lnTo>
                  <a:lnTo>
                    <a:pt x="282727" y="566254"/>
                  </a:lnTo>
                  <a:lnTo>
                    <a:pt x="566254" y="282727"/>
                  </a:lnTo>
                  <a:close/>
                </a:path>
                <a:path extrusionOk="0" h="566419" w="1200150">
                  <a:moveTo>
                    <a:pt x="1199908" y="282727"/>
                  </a:moveTo>
                  <a:lnTo>
                    <a:pt x="916774" y="0"/>
                  </a:lnTo>
                  <a:lnTo>
                    <a:pt x="633679" y="282727"/>
                  </a:lnTo>
                  <a:lnTo>
                    <a:pt x="916774" y="566254"/>
                  </a:lnTo>
                  <a:lnTo>
                    <a:pt x="1199908" y="282727"/>
                  </a:lnTo>
                  <a:close/>
                </a:path>
              </a:pathLst>
            </a:custGeom>
            <a:solidFill>
              <a:srgbClr val="6FB0DA"/>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254" name="Google Shape;254;p20"/>
            <p:cNvSpPr/>
            <p:nvPr/>
          </p:nvSpPr>
          <p:spPr>
            <a:xfrm>
              <a:off x="4381317" y="530733"/>
              <a:ext cx="184708" cy="199976"/>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255" name="Google Shape;255;p20"/>
            <p:cNvSpPr/>
            <p:nvPr/>
          </p:nvSpPr>
          <p:spPr>
            <a:xfrm>
              <a:off x="4342760" y="499408"/>
              <a:ext cx="262255" cy="262255"/>
            </a:xfrm>
            <a:custGeom>
              <a:rect b="b" l="l" r="r" t="t"/>
              <a:pathLst>
                <a:path extrusionOk="0" h="262255" w="262254">
                  <a:moveTo>
                    <a:pt x="222473" y="0"/>
                  </a:moveTo>
                  <a:lnTo>
                    <a:pt x="38557" y="0"/>
                  </a:lnTo>
                  <a:lnTo>
                    <a:pt x="23724" y="3099"/>
                  </a:lnTo>
                  <a:lnTo>
                    <a:pt x="11449" y="11544"/>
                  </a:lnTo>
                  <a:lnTo>
                    <a:pt x="3088" y="24054"/>
                  </a:lnTo>
                  <a:lnTo>
                    <a:pt x="0" y="39349"/>
                  </a:lnTo>
                  <a:lnTo>
                    <a:pt x="0" y="223266"/>
                  </a:lnTo>
                  <a:lnTo>
                    <a:pt x="3088" y="238099"/>
                  </a:lnTo>
                  <a:lnTo>
                    <a:pt x="11449" y="250372"/>
                  </a:lnTo>
                  <a:lnTo>
                    <a:pt x="23724" y="258730"/>
                  </a:lnTo>
                  <a:lnTo>
                    <a:pt x="38557" y="261817"/>
                  </a:lnTo>
                  <a:lnTo>
                    <a:pt x="222473" y="261817"/>
                  </a:lnTo>
                  <a:lnTo>
                    <a:pt x="237318" y="258730"/>
                  </a:lnTo>
                  <a:lnTo>
                    <a:pt x="249680" y="250372"/>
                  </a:lnTo>
                  <a:lnTo>
                    <a:pt x="252355" y="246552"/>
                  </a:lnTo>
                  <a:lnTo>
                    <a:pt x="38557" y="246552"/>
                  </a:lnTo>
                  <a:lnTo>
                    <a:pt x="29505" y="244720"/>
                  </a:lnTo>
                  <a:lnTo>
                    <a:pt x="22101" y="239725"/>
                  </a:lnTo>
                  <a:lnTo>
                    <a:pt x="17104" y="232323"/>
                  </a:lnTo>
                  <a:lnTo>
                    <a:pt x="15270" y="223266"/>
                  </a:lnTo>
                  <a:lnTo>
                    <a:pt x="15270" y="39349"/>
                  </a:lnTo>
                  <a:lnTo>
                    <a:pt x="17104" y="30278"/>
                  </a:lnTo>
                  <a:lnTo>
                    <a:pt x="22101" y="22787"/>
                  </a:lnTo>
                  <a:lnTo>
                    <a:pt x="29505" y="17555"/>
                  </a:lnTo>
                  <a:lnTo>
                    <a:pt x="38557" y="15261"/>
                  </a:lnTo>
                  <a:lnTo>
                    <a:pt x="252401" y="15261"/>
                  </a:lnTo>
                  <a:lnTo>
                    <a:pt x="250275" y="12150"/>
                  </a:lnTo>
                  <a:lnTo>
                    <a:pt x="237764" y="3553"/>
                  </a:lnTo>
                  <a:lnTo>
                    <a:pt x="222473" y="0"/>
                  </a:lnTo>
                  <a:close/>
                </a:path>
                <a:path extrusionOk="0" h="262255" w="262254">
                  <a:moveTo>
                    <a:pt x="252401" y="15261"/>
                  </a:moveTo>
                  <a:lnTo>
                    <a:pt x="222473" y="15261"/>
                  </a:lnTo>
                  <a:lnTo>
                    <a:pt x="231538" y="17106"/>
                  </a:lnTo>
                  <a:lnTo>
                    <a:pt x="238940" y="22188"/>
                  </a:lnTo>
                  <a:lnTo>
                    <a:pt x="243930" y="29829"/>
                  </a:lnTo>
                  <a:lnTo>
                    <a:pt x="245760" y="39349"/>
                  </a:lnTo>
                  <a:lnTo>
                    <a:pt x="245760" y="223266"/>
                  </a:lnTo>
                  <a:lnTo>
                    <a:pt x="243930" y="232323"/>
                  </a:lnTo>
                  <a:lnTo>
                    <a:pt x="238940" y="239725"/>
                  </a:lnTo>
                  <a:lnTo>
                    <a:pt x="231538" y="244720"/>
                  </a:lnTo>
                  <a:lnTo>
                    <a:pt x="222473" y="246552"/>
                  </a:lnTo>
                  <a:lnTo>
                    <a:pt x="252355" y="246552"/>
                  </a:lnTo>
                  <a:lnTo>
                    <a:pt x="258276" y="238099"/>
                  </a:lnTo>
                  <a:lnTo>
                    <a:pt x="261823" y="223266"/>
                  </a:lnTo>
                  <a:lnTo>
                    <a:pt x="261823" y="39349"/>
                  </a:lnTo>
                  <a:lnTo>
                    <a:pt x="258722" y="24509"/>
                  </a:lnTo>
                  <a:lnTo>
                    <a:pt x="252401" y="15261"/>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256" name="Google Shape;256;p20"/>
            <p:cNvSpPr/>
            <p:nvPr/>
          </p:nvSpPr>
          <p:spPr>
            <a:xfrm>
              <a:off x="3557290" y="346792"/>
              <a:ext cx="566420" cy="566420"/>
            </a:xfrm>
            <a:custGeom>
              <a:rect b="b" l="l" r="r" t="t"/>
              <a:pathLst>
                <a:path extrusionOk="0" h="566419" w="566420">
                  <a:moveTo>
                    <a:pt x="283524" y="0"/>
                  </a:moveTo>
                  <a:lnTo>
                    <a:pt x="0" y="282726"/>
                  </a:lnTo>
                  <a:lnTo>
                    <a:pt x="283524" y="566251"/>
                  </a:lnTo>
                  <a:lnTo>
                    <a:pt x="566287" y="282726"/>
                  </a:lnTo>
                  <a:lnTo>
                    <a:pt x="283524" y="0"/>
                  </a:lnTo>
                  <a:close/>
                </a:path>
              </a:pathLst>
            </a:custGeom>
            <a:solidFill>
              <a:srgbClr val="484C6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257" name="Google Shape;257;p20"/>
            <p:cNvSpPr/>
            <p:nvPr/>
          </p:nvSpPr>
          <p:spPr>
            <a:xfrm>
              <a:off x="3741237" y="530720"/>
              <a:ext cx="200771" cy="199967"/>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258" name="Google Shape;258;p20"/>
            <p:cNvSpPr/>
            <p:nvPr/>
          </p:nvSpPr>
          <p:spPr>
            <a:xfrm>
              <a:off x="3710724" y="499414"/>
              <a:ext cx="262255" cy="262255"/>
            </a:xfrm>
            <a:custGeom>
              <a:rect b="b" l="l" r="r" t="t"/>
              <a:pathLst>
                <a:path extrusionOk="0" h="262255" w="262254">
                  <a:moveTo>
                    <a:pt x="199974" y="68262"/>
                  </a:moveTo>
                  <a:lnTo>
                    <a:pt x="192722" y="61823"/>
                  </a:lnTo>
                  <a:lnTo>
                    <a:pt x="175869" y="61823"/>
                  </a:lnTo>
                  <a:lnTo>
                    <a:pt x="169430" y="69049"/>
                  </a:lnTo>
                  <a:lnTo>
                    <a:pt x="169430" y="85928"/>
                  </a:lnTo>
                  <a:lnTo>
                    <a:pt x="176657" y="92341"/>
                  </a:lnTo>
                  <a:lnTo>
                    <a:pt x="184708" y="93154"/>
                  </a:lnTo>
                  <a:lnTo>
                    <a:pt x="193548" y="93154"/>
                  </a:lnTo>
                  <a:lnTo>
                    <a:pt x="199974" y="85928"/>
                  </a:lnTo>
                  <a:lnTo>
                    <a:pt x="199974" y="68262"/>
                  </a:lnTo>
                  <a:close/>
                </a:path>
                <a:path extrusionOk="0" h="262255" w="262254">
                  <a:moveTo>
                    <a:pt x="261785" y="38557"/>
                  </a:moveTo>
                  <a:lnTo>
                    <a:pt x="258813" y="23723"/>
                  </a:lnTo>
                  <a:lnTo>
                    <a:pt x="253187" y="15265"/>
                  </a:lnTo>
                  <a:lnTo>
                    <a:pt x="250647" y="11442"/>
                  </a:lnTo>
                  <a:lnTo>
                    <a:pt x="246545" y="8648"/>
                  </a:lnTo>
                  <a:lnTo>
                    <a:pt x="246545" y="38557"/>
                  </a:lnTo>
                  <a:lnTo>
                    <a:pt x="246545" y="224053"/>
                  </a:lnTo>
                  <a:lnTo>
                    <a:pt x="244716" y="233095"/>
                  </a:lnTo>
                  <a:lnTo>
                    <a:pt x="239712" y="240411"/>
                  </a:lnTo>
                  <a:lnTo>
                    <a:pt x="232308" y="245160"/>
                  </a:lnTo>
                  <a:lnTo>
                    <a:pt x="223266" y="246532"/>
                  </a:lnTo>
                  <a:lnTo>
                    <a:pt x="38519" y="246532"/>
                  </a:lnTo>
                  <a:lnTo>
                    <a:pt x="29476" y="244703"/>
                  </a:lnTo>
                  <a:lnTo>
                    <a:pt x="22072" y="239801"/>
                  </a:lnTo>
                  <a:lnTo>
                    <a:pt x="17068" y="232638"/>
                  </a:lnTo>
                  <a:lnTo>
                    <a:pt x="15240" y="224053"/>
                  </a:lnTo>
                  <a:lnTo>
                    <a:pt x="15240" y="38557"/>
                  </a:lnTo>
                  <a:lnTo>
                    <a:pt x="17068" y="29489"/>
                  </a:lnTo>
                  <a:lnTo>
                    <a:pt x="22072" y="22085"/>
                  </a:lnTo>
                  <a:lnTo>
                    <a:pt x="29476" y="17094"/>
                  </a:lnTo>
                  <a:lnTo>
                    <a:pt x="38519" y="15265"/>
                  </a:lnTo>
                  <a:lnTo>
                    <a:pt x="223266" y="15265"/>
                  </a:lnTo>
                  <a:lnTo>
                    <a:pt x="232308" y="17094"/>
                  </a:lnTo>
                  <a:lnTo>
                    <a:pt x="239712" y="22085"/>
                  </a:lnTo>
                  <a:lnTo>
                    <a:pt x="244716" y="29489"/>
                  </a:lnTo>
                  <a:lnTo>
                    <a:pt x="246545" y="38557"/>
                  </a:lnTo>
                  <a:lnTo>
                    <a:pt x="246545" y="8648"/>
                  </a:lnTo>
                  <a:lnTo>
                    <a:pt x="238429" y="3086"/>
                  </a:lnTo>
                  <a:lnTo>
                    <a:pt x="223266" y="0"/>
                  </a:lnTo>
                  <a:lnTo>
                    <a:pt x="38519" y="0"/>
                  </a:lnTo>
                  <a:lnTo>
                    <a:pt x="23698" y="2971"/>
                  </a:lnTo>
                  <a:lnTo>
                    <a:pt x="11430" y="11137"/>
                  </a:lnTo>
                  <a:lnTo>
                    <a:pt x="3086" y="23380"/>
                  </a:lnTo>
                  <a:lnTo>
                    <a:pt x="0" y="38557"/>
                  </a:lnTo>
                  <a:lnTo>
                    <a:pt x="0" y="224053"/>
                  </a:lnTo>
                  <a:lnTo>
                    <a:pt x="2971" y="238861"/>
                  </a:lnTo>
                  <a:lnTo>
                    <a:pt x="11137" y="251053"/>
                  </a:lnTo>
                  <a:lnTo>
                    <a:pt x="23355" y="259168"/>
                  </a:lnTo>
                  <a:lnTo>
                    <a:pt x="38519" y="261797"/>
                  </a:lnTo>
                  <a:lnTo>
                    <a:pt x="223266" y="261797"/>
                  </a:lnTo>
                  <a:lnTo>
                    <a:pt x="238086" y="258826"/>
                  </a:lnTo>
                  <a:lnTo>
                    <a:pt x="250355" y="250748"/>
                  </a:lnTo>
                  <a:lnTo>
                    <a:pt x="253288" y="246532"/>
                  </a:lnTo>
                  <a:lnTo>
                    <a:pt x="258711" y="238747"/>
                  </a:lnTo>
                  <a:lnTo>
                    <a:pt x="261785" y="224053"/>
                  </a:lnTo>
                  <a:lnTo>
                    <a:pt x="261785" y="38557"/>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259" name="Google Shape;259;p20"/>
            <p:cNvSpPr/>
            <p:nvPr/>
          </p:nvSpPr>
          <p:spPr>
            <a:xfrm>
              <a:off x="5002682" y="522588"/>
              <a:ext cx="210068" cy="214634"/>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grpSp>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Digital Blue Tunnel 16x9">
  <a:themeElements>
    <a:clrScheme name="Digital Blue Tunnel">
      <a:dk1>
        <a:srgbClr val="000000"/>
      </a:dk1>
      <a:lt1>
        <a:srgbClr val="FFFFFF"/>
      </a:lt1>
      <a:dk2>
        <a:srgbClr val="001027"/>
      </a:dk2>
      <a:lt2>
        <a:srgbClr val="C1EBF7"/>
      </a:lt2>
      <a:accent1>
        <a:srgbClr val="56C5FF"/>
      </a:accent1>
      <a:accent2>
        <a:srgbClr val="4BB836"/>
      </a:accent2>
      <a:accent3>
        <a:srgbClr val="F8B004"/>
      </a:accent3>
      <a:accent4>
        <a:srgbClr val="972ACD"/>
      </a:accent4>
      <a:accent5>
        <a:srgbClr val="F86E24"/>
      </a:accent5>
      <a:accent6>
        <a:srgbClr val="DB30C7"/>
      </a:accent6>
      <a:hlink>
        <a:srgbClr val="F8B004"/>
      </a:hlink>
      <a:folHlink>
        <a:srgbClr val="96969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Digital Blue Tunnel">
      <a:dk1>
        <a:srgbClr val="000000"/>
      </a:dk1>
      <a:lt1>
        <a:srgbClr val="FFFFFF"/>
      </a:lt1>
      <a:dk2>
        <a:srgbClr val="001027"/>
      </a:dk2>
      <a:lt2>
        <a:srgbClr val="C1EBF7"/>
      </a:lt2>
      <a:accent1>
        <a:srgbClr val="56C5FF"/>
      </a:accent1>
      <a:accent2>
        <a:srgbClr val="4BB836"/>
      </a:accent2>
      <a:accent3>
        <a:srgbClr val="F8B004"/>
      </a:accent3>
      <a:accent4>
        <a:srgbClr val="972ACD"/>
      </a:accent4>
      <a:accent5>
        <a:srgbClr val="F86E24"/>
      </a:accent5>
      <a:accent6>
        <a:srgbClr val="DB30C7"/>
      </a:accent6>
      <a:hlink>
        <a:srgbClr val="F8B004"/>
      </a:hlink>
      <a:folHlink>
        <a:srgbClr val="96969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2023-11-19T05:08:48Z</dcterms:created>
  <dc:creator>Pooja shree D H</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0x0101006EDDDB5EE6D98C44930B742096920B300400F5B6D36B3EF94B4E9A635CDF2A18F5B8</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